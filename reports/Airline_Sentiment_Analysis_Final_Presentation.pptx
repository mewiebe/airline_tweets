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7" r:id="rId6"/>
    <p:sldId id="260" r:id="rId7"/>
    <p:sldId id="262" r:id="rId8"/>
    <p:sldId id="263" r:id="rId9"/>
    <p:sldId id="266" r:id="rId10"/>
    <p:sldId id="265" r:id="rId11"/>
    <p:sldId id="268" r:id="rId12"/>
    <p:sldId id="261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B21"/>
    <a:srgbClr val="991932"/>
    <a:srgbClr val="00A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13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67B17-1B72-4D97-BD86-40130117715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FC6E2FF-FAAC-4B0B-BF89-3145EDE4D869}">
      <dgm:prSet/>
      <dgm:spPr/>
      <dgm:t>
        <a:bodyPr/>
        <a:lstStyle/>
        <a:p>
          <a:pPr>
            <a:defRPr cap="all"/>
          </a:pPr>
          <a:r>
            <a:rPr lang="en-US"/>
            <a:t>Background</a:t>
          </a:r>
        </a:p>
      </dgm:t>
    </dgm:pt>
    <dgm:pt modelId="{A097934A-97DC-454D-8677-039A5680821E}" type="parTrans" cxnId="{8515158C-F315-470E-B2EA-0E65C90DECEA}">
      <dgm:prSet/>
      <dgm:spPr/>
      <dgm:t>
        <a:bodyPr/>
        <a:lstStyle/>
        <a:p>
          <a:endParaRPr lang="en-US"/>
        </a:p>
      </dgm:t>
    </dgm:pt>
    <dgm:pt modelId="{C3CF85CD-A3C1-4C25-9F07-CCD6D4FC3C2A}" type="sibTrans" cxnId="{8515158C-F315-470E-B2EA-0E65C90DECEA}">
      <dgm:prSet/>
      <dgm:spPr/>
      <dgm:t>
        <a:bodyPr/>
        <a:lstStyle/>
        <a:p>
          <a:endParaRPr lang="en-US"/>
        </a:p>
      </dgm:t>
    </dgm:pt>
    <dgm:pt modelId="{86CB10BD-91E0-448B-8D8F-3128A257BCC9}">
      <dgm:prSet/>
      <dgm:spPr/>
      <dgm:t>
        <a:bodyPr/>
        <a:lstStyle/>
        <a:p>
          <a:pPr>
            <a:defRPr cap="all"/>
          </a:pPr>
          <a:r>
            <a:rPr lang="en-US"/>
            <a:t>The Problem </a:t>
          </a:r>
        </a:p>
      </dgm:t>
    </dgm:pt>
    <dgm:pt modelId="{2F8DEECC-2BF1-437B-AA1A-ADC7D44A769A}" type="parTrans" cxnId="{7CB23B28-7179-4F8C-8804-38E270F8572D}">
      <dgm:prSet/>
      <dgm:spPr/>
      <dgm:t>
        <a:bodyPr/>
        <a:lstStyle/>
        <a:p>
          <a:endParaRPr lang="en-US"/>
        </a:p>
      </dgm:t>
    </dgm:pt>
    <dgm:pt modelId="{498CCE1B-238F-42BC-AA43-0C96501D3C7B}" type="sibTrans" cxnId="{7CB23B28-7179-4F8C-8804-38E270F8572D}">
      <dgm:prSet/>
      <dgm:spPr/>
      <dgm:t>
        <a:bodyPr/>
        <a:lstStyle/>
        <a:p>
          <a:endParaRPr lang="en-US"/>
        </a:p>
      </dgm:t>
    </dgm:pt>
    <dgm:pt modelId="{59D59C3A-BBFF-47F7-99DD-5215EE9ECD47}">
      <dgm:prSet/>
      <dgm:spPr/>
      <dgm:t>
        <a:bodyPr/>
        <a:lstStyle/>
        <a:p>
          <a:pPr>
            <a:defRPr cap="all"/>
          </a:pPr>
          <a:r>
            <a:rPr lang="en-US"/>
            <a:t>Methodology </a:t>
          </a:r>
        </a:p>
      </dgm:t>
    </dgm:pt>
    <dgm:pt modelId="{9821A30D-4D02-4C67-8CBE-E01CBD074575}" type="parTrans" cxnId="{E6094857-0BB2-41EB-A03F-55FFFB867EB8}">
      <dgm:prSet/>
      <dgm:spPr/>
      <dgm:t>
        <a:bodyPr/>
        <a:lstStyle/>
        <a:p>
          <a:endParaRPr lang="en-US"/>
        </a:p>
      </dgm:t>
    </dgm:pt>
    <dgm:pt modelId="{8D7F15EA-0A88-4194-9EFA-09DACA79CF6B}" type="sibTrans" cxnId="{E6094857-0BB2-41EB-A03F-55FFFB867EB8}">
      <dgm:prSet/>
      <dgm:spPr/>
      <dgm:t>
        <a:bodyPr/>
        <a:lstStyle/>
        <a:p>
          <a:endParaRPr lang="en-US"/>
        </a:p>
      </dgm:t>
    </dgm:pt>
    <dgm:pt modelId="{86C2D257-70F3-424A-B399-D54188543870}">
      <dgm:prSet/>
      <dgm:spPr/>
      <dgm:t>
        <a:bodyPr/>
        <a:lstStyle/>
        <a:p>
          <a:pPr>
            <a:defRPr cap="all"/>
          </a:pPr>
          <a:r>
            <a:rPr lang="en-US"/>
            <a:t>Solution </a:t>
          </a:r>
        </a:p>
      </dgm:t>
    </dgm:pt>
    <dgm:pt modelId="{A6BEB3D2-E41D-4FE2-8114-B10492F056C5}" type="parTrans" cxnId="{E79B1E6E-44B7-4E23-BEC5-69F7623DB966}">
      <dgm:prSet/>
      <dgm:spPr/>
      <dgm:t>
        <a:bodyPr/>
        <a:lstStyle/>
        <a:p>
          <a:endParaRPr lang="en-US"/>
        </a:p>
      </dgm:t>
    </dgm:pt>
    <dgm:pt modelId="{E96A46E4-A2C0-4613-8EF4-0EDC702F2B7F}" type="sibTrans" cxnId="{E79B1E6E-44B7-4E23-BEC5-69F7623DB966}">
      <dgm:prSet/>
      <dgm:spPr/>
      <dgm:t>
        <a:bodyPr/>
        <a:lstStyle/>
        <a:p>
          <a:endParaRPr lang="en-US"/>
        </a:p>
      </dgm:t>
    </dgm:pt>
    <dgm:pt modelId="{5792ACA8-5DFA-46F5-80CD-427BACBCFDF5}">
      <dgm:prSet/>
      <dgm:spPr/>
      <dgm:t>
        <a:bodyPr/>
        <a:lstStyle/>
        <a:p>
          <a:pPr>
            <a:defRPr cap="all"/>
          </a:pPr>
          <a:r>
            <a:rPr lang="en-US"/>
            <a:t>Next Steps </a:t>
          </a:r>
        </a:p>
      </dgm:t>
    </dgm:pt>
    <dgm:pt modelId="{E0C0B134-BD77-49A5-8745-28B0314C6072}" type="parTrans" cxnId="{62D25BC1-876E-4800-9D7C-A84AD1218B37}">
      <dgm:prSet/>
      <dgm:spPr/>
      <dgm:t>
        <a:bodyPr/>
        <a:lstStyle/>
        <a:p>
          <a:endParaRPr lang="en-US"/>
        </a:p>
      </dgm:t>
    </dgm:pt>
    <dgm:pt modelId="{5F050919-5340-4AA9-8D92-4CD8FBA275B1}" type="sibTrans" cxnId="{62D25BC1-876E-4800-9D7C-A84AD1218B37}">
      <dgm:prSet/>
      <dgm:spPr/>
      <dgm:t>
        <a:bodyPr/>
        <a:lstStyle/>
        <a:p>
          <a:endParaRPr lang="en-US"/>
        </a:p>
      </dgm:t>
    </dgm:pt>
    <dgm:pt modelId="{E68D8ACE-705D-4B64-B027-3BE27822BD7A}" type="pres">
      <dgm:prSet presAssocID="{08C67B17-1B72-4D97-BD86-401301177153}" presName="root" presStyleCnt="0">
        <dgm:presLayoutVars>
          <dgm:dir/>
          <dgm:resizeHandles val="exact"/>
        </dgm:presLayoutVars>
      </dgm:prSet>
      <dgm:spPr/>
    </dgm:pt>
    <dgm:pt modelId="{3BA63501-DE8D-4858-B082-192AF4E8EC2E}" type="pres">
      <dgm:prSet presAssocID="{EFC6E2FF-FAAC-4B0B-BF89-3145EDE4D869}" presName="compNode" presStyleCnt="0"/>
      <dgm:spPr/>
    </dgm:pt>
    <dgm:pt modelId="{7E785785-C78D-4F33-9BE3-152A5316B70C}" type="pres">
      <dgm:prSet presAssocID="{EFC6E2FF-FAAC-4B0B-BF89-3145EDE4D869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E77802D-2010-4542-ABB5-59A27FE6D410}" type="pres">
      <dgm:prSet presAssocID="{EFC6E2FF-FAAC-4B0B-BF89-3145EDE4D8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story outline"/>
        </a:ext>
      </dgm:extLst>
    </dgm:pt>
    <dgm:pt modelId="{2CEB21A4-B407-4E36-8D62-564D75C48C5E}" type="pres">
      <dgm:prSet presAssocID="{EFC6E2FF-FAAC-4B0B-BF89-3145EDE4D869}" presName="spaceRect" presStyleCnt="0"/>
      <dgm:spPr/>
    </dgm:pt>
    <dgm:pt modelId="{95482000-9FAB-4DCD-B693-89BB22F8ECD3}" type="pres">
      <dgm:prSet presAssocID="{EFC6E2FF-FAAC-4B0B-BF89-3145EDE4D869}" presName="textRect" presStyleLbl="revTx" presStyleIdx="0" presStyleCnt="5">
        <dgm:presLayoutVars>
          <dgm:chMax val="1"/>
          <dgm:chPref val="1"/>
        </dgm:presLayoutVars>
      </dgm:prSet>
      <dgm:spPr/>
    </dgm:pt>
    <dgm:pt modelId="{F5C3BAC1-113A-41DB-B4AE-717E54370289}" type="pres">
      <dgm:prSet presAssocID="{C3CF85CD-A3C1-4C25-9F07-CCD6D4FC3C2A}" presName="sibTrans" presStyleCnt="0"/>
      <dgm:spPr/>
    </dgm:pt>
    <dgm:pt modelId="{ADB13499-B463-449D-955B-06E54937BC11}" type="pres">
      <dgm:prSet presAssocID="{86CB10BD-91E0-448B-8D8F-3128A257BCC9}" presName="compNode" presStyleCnt="0"/>
      <dgm:spPr/>
    </dgm:pt>
    <dgm:pt modelId="{21886033-D48C-411E-8D7D-E9D7BF9AB8D7}" type="pres">
      <dgm:prSet presAssocID="{86CB10BD-91E0-448B-8D8F-3128A257BCC9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4B4DEB6-FE6D-4034-926A-622033905BD9}" type="pres">
      <dgm:prSet presAssocID="{86CB10BD-91E0-448B-8D8F-3128A257BC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nostic"/>
        </a:ext>
      </dgm:extLst>
    </dgm:pt>
    <dgm:pt modelId="{0F3588D1-C48B-4206-AFA3-3CBEE38A8A4F}" type="pres">
      <dgm:prSet presAssocID="{86CB10BD-91E0-448B-8D8F-3128A257BCC9}" presName="spaceRect" presStyleCnt="0"/>
      <dgm:spPr/>
    </dgm:pt>
    <dgm:pt modelId="{A0F12D26-B768-4B10-A380-F04F371F6CE4}" type="pres">
      <dgm:prSet presAssocID="{86CB10BD-91E0-448B-8D8F-3128A257BCC9}" presName="textRect" presStyleLbl="revTx" presStyleIdx="1" presStyleCnt="5">
        <dgm:presLayoutVars>
          <dgm:chMax val="1"/>
          <dgm:chPref val="1"/>
        </dgm:presLayoutVars>
      </dgm:prSet>
      <dgm:spPr/>
    </dgm:pt>
    <dgm:pt modelId="{A5A18AE9-A3D0-4380-B5A9-455583D90C0C}" type="pres">
      <dgm:prSet presAssocID="{498CCE1B-238F-42BC-AA43-0C96501D3C7B}" presName="sibTrans" presStyleCnt="0"/>
      <dgm:spPr/>
    </dgm:pt>
    <dgm:pt modelId="{045FA202-E2B7-4A56-AF02-D83DF84096DB}" type="pres">
      <dgm:prSet presAssocID="{59D59C3A-BBFF-47F7-99DD-5215EE9ECD47}" presName="compNode" presStyleCnt="0"/>
      <dgm:spPr/>
    </dgm:pt>
    <dgm:pt modelId="{E4905DC2-0617-4553-AE06-2328EFDA3A1A}" type="pres">
      <dgm:prSet presAssocID="{59D59C3A-BBFF-47F7-99DD-5215EE9ECD47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F46999C-B127-47AE-8287-F9D22761FE04}" type="pres">
      <dgm:prSet presAssocID="{59D59C3A-BBFF-47F7-99DD-5215EE9ECD4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2C3E710F-7DF0-4347-BFA3-16AACB5F1ABC}" type="pres">
      <dgm:prSet presAssocID="{59D59C3A-BBFF-47F7-99DD-5215EE9ECD47}" presName="spaceRect" presStyleCnt="0"/>
      <dgm:spPr/>
    </dgm:pt>
    <dgm:pt modelId="{7B2ABF80-F817-4553-B215-E70F5D2CC1DA}" type="pres">
      <dgm:prSet presAssocID="{59D59C3A-BBFF-47F7-99DD-5215EE9ECD47}" presName="textRect" presStyleLbl="revTx" presStyleIdx="2" presStyleCnt="5">
        <dgm:presLayoutVars>
          <dgm:chMax val="1"/>
          <dgm:chPref val="1"/>
        </dgm:presLayoutVars>
      </dgm:prSet>
      <dgm:spPr/>
    </dgm:pt>
    <dgm:pt modelId="{C15DB9EA-DC8A-44C3-9FA1-DA0242D47610}" type="pres">
      <dgm:prSet presAssocID="{8D7F15EA-0A88-4194-9EFA-09DACA79CF6B}" presName="sibTrans" presStyleCnt="0"/>
      <dgm:spPr/>
    </dgm:pt>
    <dgm:pt modelId="{5CDBE9E5-F4A6-4157-94D4-13A8C8BE1F8C}" type="pres">
      <dgm:prSet presAssocID="{86C2D257-70F3-424A-B399-D54188543870}" presName="compNode" presStyleCnt="0"/>
      <dgm:spPr/>
    </dgm:pt>
    <dgm:pt modelId="{A1183D8F-B3A3-40D0-A0D7-1E073EA88799}" type="pres">
      <dgm:prSet presAssocID="{86C2D257-70F3-424A-B399-D5418854387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0C471AB-18A3-4530-A68D-D727360BC791}" type="pres">
      <dgm:prSet presAssocID="{86C2D257-70F3-424A-B399-D541885438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CF1D349-3D24-4662-8CBA-B2229546AB9E}" type="pres">
      <dgm:prSet presAssocID="{86C2D257-70F3-424A-B399-D54188543870}" presName="spaceRect" presStyleCnt="0"/>
      <dgm:spPr/>
    </dgm:pt>
    <dgm:pt modelId="{3094E2CC-88EF-41A8-A5B4-B1B8E11AF225}" type="pres">
      <dgm:prSet presAssocID="{86C2D257-70F3-424A-B399-D54188543870}" presName="textRect" presStyleLbl="revTx" presStyleIdx="3" presStyleCnt="5">
        <dgm:presLayoutVars>
          <dgm:chMax val="1"/>
          <dgm:chPref val="1"/>
        </dgm:presLayoutVars>
      </dgm:prSet>
      <dgm:spPr/>
    </dgm:pt>
    <dgm:pt modelId="{2CCBBC38-EF07-42EA-951B-FF06ECC113B6}" type="pres">
      <dgm:prSet presAssocID="{E96A46E4-A2C0-4613-8EF4-0EDC702F2B7F}" presName="sibTrans" presStyleCnt="0"/>
      <dgm:spPr/>
    </dgm:pt>
    <dgm:pt modelId="{714F5C6C-1EF7-403B-9A8F-081A2605517F}" type="pres">
      <dgm:prSet presAssocID="{5792ACA8-5DFA-46F5-80CD-427BACBCFDF5}" presName="compNode" presStyleCnt="0"/>
      <dgm:spPr/>
    </dgm:pt>
    <dgm:pt modelId="{2B182AF3-A7F1-45FA-AD74-53A672B102B4}" type="pres">
      <dgm:prSet presAssocID="{5792ACA8-5DFA-46F5-80CD-427BACBCFDF5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3FED0CE-260E-4FDC-BAB4-37D303BE427D}" type="pres">
      <dgm:prSet presAssocID="{5792ACA8-5DFA-46F5-80CD-427BACBCFDF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p"/>
        </a:ext>
      </dgm:extLst>
    </dgm:pt>
    <dgm:pt modelId="{5577BDD6-C4E5-45E6-A854-17F4408C6044}" type="pres">
      <dgm:prSet presAssocID="{5792ACA8-5DFA-46F5-80CD-427BACBCFDF5}" presName="spaceRect" presStyleCnt="0"/>
      <dgm:spPr/>
    </dgm:pt>
    <dgm:pt modelId="{345B7EB6-2793-4FFA-89F3-0515DD44A85C}" type="pres">
      <dgm:prSet presAssocID="{5792ACA8-5DFA-46F5-80CD-427BACBCFDF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9C32A24-A987-4E46-8661-333864E990A1}" type="presOf" srcId="{08C67B17-1B72-4D97-BD86-401301177153}" destId="{E68D8ACE-705D-4B64-B027-3BE27822BD7A}" srcOrd="0" destOrd="0" presId="urn:microsoft.com/office/officeart/2018/5/layout/IconLeafLabelList"/>
    <dgm:cxn modelId="{7CB23B28-7179-4F8C-8804-38E270F8572D}" srcId="{08C67B17-1B72-4D97-BD86-401301177153}" destId="{86CB10BD-91E0-448B-8D8F-3128A257BCC9}" srcOrd="1" destOrd="0" parTransId="{2F8DEECC-2BF1-437B-AA1A-ADC7D44A769A}" sibTransId="{498CCE1B-238F-42BC-AA43-0C96501D3C7B}"/>
    <dgm:cxn modelId="{2FBF236B-984A-470B-B089-BEED04D5D8B6}" type="presOf" srcId="{5792ACA8-5DFA-46F5-80CD-427BACBCFDF5}" destId="{345B7EB6-2793-4FFA-89F3-0515DD44A85C}" srcOrd="0" destOrd="0" presId="urn:microsoft.com/office/officeart/2018/5/layout/IconLeafLabelList"/>
    <dgm:cxn modelId="{E79B1E6E-44B7-4E23-BEC5-69F7623DB966}" srcId="{08C67B17-1B72-4D97-BD86-401301177153}" destId="{86C2D257-70F3-424A-B399-D54188543870}" srcOrd="3" destOrd="0" parTransId="{A6BEB3D2-E41D-4FE2-8114-B10492F056C5}" sibTransId="{E96A46E4-A2C0-4613-8EF4-0EDC702F2B7F}"/>
    <dgm:cxn modelId="{E6094857-0BB2-41EB-A03F-55FFFB867EB8}" srcId="{08C67B17-1B72-4D97-BD86-401301177153}" destId="{59D59C3A-BBFF-47F7-99DD-5215EE9ECD47}" srcOrd="2" destOrd="0" parTransId="{9821A30D-4D02-4C67-8CBE-E01CBD074575}" sibTransId="{8D7F15EA-0A88-4194-9EFA-09DACA79CF6B}"/>
    <dgm:cxn modelId="{8515158C-F315-470E-B2EA-0E65C90DECEA}" srcId="{08C67B17-1B72-4D97-BD86-401301177153}" destId="{EFC6E2FF-FAAC-4B0B-BF89-3145EDE4D869}" srcOrd="0" destOrd="0" parTransId="{A097934A-97DC-454D-8677-039A5680821E}" sibTransId="{C3CF85CD-A3C1-4C25-9F07-CCD6D4FC3C2A}"/>
    <dgm:cxn modelId="{2EFDCE9C-B9DD-4034-BEE0-543E92358AFE}" type="presOf" srcId="{86CB10BD-91E0-448B-8D8F-3128A257BCC9}" destId="{A0F12D26-B768-4B10-A380-F04F371F6CE4}" srcOrd="0" destOrd="0" presId="urn:microsoft.com/office/officeart/2018/5/layout/IconLeafLabelList"/>
    <dgm:cxn modelId="{F4A8599D-DDF1-49DA-A052-6C8F7140942D}" type="presOf" srcId="{59D59C3A-BBFF-47F7-99DD-5215EE9ECD47}" destId="{7B2ABF80-F817-4553-B215-E70F5D2CC1DA}" srcOrd="0" destOrd="0" presId="urn:microsoft.com/office/officeart/2018/5/layout/IconLeafLabelList"/>
    <dgm:cxn modelId="{62D25BC1-876E-4800-9D7C-A84AD1218B37}" srcId="{08C67B17-1B72-4D97-BD86-401301177153}" destId="{5792ACA8-5DFA-46F5-80CD-427BACBCFDF5}" srcOrd="4" destOrd="0" parTransId="{E0C0B134-BD77-49A5-8745-28B0314C6072}" sibTransId="{5F050919-5340-4AA9-8D92-4CD8FBA275B1}"/>
    <dgm:cxn modelId="{06B422F9-B95D-4C97-9D92-1B5657526CFE}" type="presOf" srcId="{EFC6E2FF-FAAC-4B0B-BF89-3145EDE4D869}" destId="{95482000-9FAB-4DCD-B693-89BB22F8ECD3}" srcOrd="0" destOrd="0" presId="urn:microsoft.com/office/officeart/2018/5/layout/IconLeafLabelList"/>
    <dgm:cxn modelId="{92B00CFD-AA59-4876-A5ED-F96B035FD077}" type="presOf" srcId="{86C2D257-70F3-424A-B399-D54188543870}" destId="{3094E2CC-88EF-41A8-A5B4-B1B8E11AF225}" srcOrd="0" destOrd="0" presId="urn:microsoft.com/office/officeart/2018/5/layout/IconLeafLabelList"/>
    <dgm:cxn modelId="{EBAA4A36-B8BA-4828-8B85-50D91E35FBCC}" type="presParOf" srcId="{E68D8ACE-705D-4B64-B027-3BE27822BD7A}" destId="{3BA63501-DE8D-4858-B082-192AF4E8EC2E}" srcOrd="0" destOrd="0" presId="urn:microsoft.com/office/officeart/2018/5/layout/IconLeafLabelList"/>
    <dgm:cxn modelId="{2884AC43-9209-4DD2-80EA-743E9348D5F3}" type="presParOf" srcId="{3BA63501-DE8D-4858-B082-192AF4E8EC2E}" destId="{7E785785-C78D-4F33-9BE3-152A5316B70C}" srcOrd="0" destOrd="0" presId="urn:microsoft.com/office/officeart/2018/5/layout/IconLeafLabelList"/>
    <dgm:cxn modelId="{E6391CD3-9D32-4DED-9D9B-BBD0A1B3474F}" type="presParOf" srcId="{3BA63501-DE8D-4858-B082-192AF4E8EC2E}" destId="{0E77802D-2010-4542-ABB5-59A27FE6D410}" srcOrd="1" destOrd="0" presId="urn:microsoft.com/office/officeart/2018/5/layout/IconLeafLabelList"/>
    <dgm:cxn modelId="{FF94E426-C994-4D0D-BEC0-6FB36387C3F4}" type="presParOf" srcId="{3BA63501-DE8D-4858-B082-192AF4E8EC2E}" destId="{2CEB21A4-B407-4E36-8D62-564D75C48C5E}" srcOrd="2" destOrd="0" presId="urn:microsoft.com/office/officeart/2018/5/layout/IconLeafLabelList"/>
    <dgm:cxn modelId="{9DD5C8A5-992D-40CD-B622-8465D1743EFA}" type="presParOf" srcId="{3BA63501-DE8D-4858-B082-192AF4E8EC2E}" destId="{95482000-9FAB-4DCD-B693-89BB22F8ECD3}" srcOrd="3" destOrd="0" presId="urn:microsoft.com/office/officeart/2018/5/layout/IconLeafLabelList"/>
    <dgm:cxn modelId="{8C01D4A3-791E-4C96-878B-331646DA36FA}" type="presParOf" srcId="{E68D8ACE-705D-4B64-B027-3BE27822BD7A}" destId="{F5C3BAC1-113A-41DB-B4AE-717E54370289}" srcOrd="1" destOrd="0" presId="urn:microsoft.com/office/officeart/2018/5/layout/IconLeafLabelList"/>
    <dgm:cxn modelId="{61FC08F0-4AA3-497A-8B6F-104CD5DA7A81}" type="presParOf" srcId="{E68D8ACE-705D-4B64-B027-3BE27822BD7A}" destId="{ADB13499-B463-449D-955B-06E54937BC11}" srcOrd="2" destOrd="0" presId="urn:microsoft.com/office/officeart/2018/5/layout/IconLeafLabelList"/>
    <dgm:cxn modelId="{3A53565F-E164-40D2-914C-73DF65F3FC7E}" type="presParOf" srcId="{ADB13499-B463-449D-955B-06E54937BC11}" destId="{21886033-D48C-411E-8D7D-E9D7BF9AB8D7}" srcOrd="0" destOrd="0" presId="urn:microsoft.com/office/officeart/2018/5/layout/IconLeafLabelList"/>
    <dgm:cxn modelId="{0592FDB8-A75F-4380-BBBE-E9EBE4BE27FD}" type="presParOf" srcId="{ADB13499-B463-449D-955B-06E54937BC11}" destId="{94B4DEB6-FE6D-4034-926A-622033905BD9}" srcOrd="1" destOrd="0" presId="urn:microsoft.com/office/officeart/2018/5/layout/IconLeafLabelList"/>
    <dgm:cxn modelId="{2A2EF117-E8F1-4906-9F3C-108FBB73164F}" type="presParOf" srcId="{ADB13499-B463-449D-955B-06E54937BC11}" destId="{0F3588D1-C48B-4206-AFA3-3CBEE38A8A4F}" srcOrd="2" destOrd="0" presId="urn:microsoft.com/office/officeart/2018/5/layout/IconLeafLabelList"/>
    <dgm:cxn modelId="{CBA0AC8B-922D-482F-8A18-FE6C8863ECDB}" type="presParOf" srcId="{ADB13499-B463-449D-955B-06E54937BC11}" destId="{A0F12D26-B768-4B10-A380-F04F371F6CE4}" srcOrd="3" destOrd="0" presId="urn:microsoft.com/office/officeart/2018/5/layout/IconLeafLabelList"/>
    <dgm:cxn modelId="{E2C38796-6B65-45F7-B96E-EF5B7D47D520}" type="presParOf" srcId="{E68D8ACE-705D-4B64-B027-3BE27822BD7A}" destId="{A5A18AE9-A3D0-4380-B5A9-455583D90C0C}" srcOrd="3" destOrd="0" presId="urn:microsoft.com/office/officeart/2018/5/layout/IconLeafLabelList"/>
    <dgm:cxn modelId="{2E101535-6DFC-4A84-A3C4-39CE55A09A49}" type="presParOf" srcId="{E68D8ACE-705D-4B64-B027-3BE27822BD7A}" destId="{045FA202-E2B7-4A56-AF02-D83DF84096DB}" srcOrd="4" destOrd="0" presId="urn:microsoft.com/office/officeart/2018/5/layout/IconLeafLabelList"/>
    <dgm:cxn modelId="{A8F30353-1D29-4F1B-AB70-7B17AA04E548}" type="presParOf" srcId="{045FA202-E2B7-4A56-AF02-D83DF84096DB}" destId="{E4905DC2-0617-4553-AE06-2328EFDA3A1A}" srcOrd="0" destOrd="0" presId="urn:microsoft.com/office/officeart/2018/5/layout/IconLeafLabelList"/>
    <dgm:cxn modelId="{67CB95C7-59B5-4B77-AE06-9BF76B97E8CD}" type="presParOf" srcId="{045FA202-E2B7-4A56-AF02-D83DF84096DB}" destId="{AF46999C-B127-47AE-8287-F9D22761FE04}" srcOrd="1" destOrd="0" presId="urn:microsoft.com/office/officeart/2018/5/layout/IconLeafLabelList"/>
    <dgm:cxn modelId="{407293E7-F4B8-400F-A951-9FDF6136D6F0}" type="presParOf" srcId="{045FA202-E2B7-4A56-AF02-D83DF84096DB}" destId="{2C3E710F-7DF0-4347-BFA3-16AACB5F1ABC}" srcOrd="2" destOrd="0" presId="urn:microsoft.com/office/officeart/2018/5/layout/IconLeafLabelList"/>
    <dgm:cxn modelId="{0905723B-23E3-4F9F-AD85-1D0B68A3C515}" type="presParOf" srcId="{045FA202-E2B7-4A56-AF02-D83DF84096DB}" destId="{7B2ABF80-F817-4553-B215-E70F5D2CC1DA}" srcOrd="3" destOrd="0" presId="urn:microsoft.com/office/officeart/2018/5/layout/IconLeafLabelList"/>
    <dgm:cxn modelId="{99F3B030-CF6E-4F48-B28F-0E1D2D6D973D}" type="presParOf" srcId="{E68D8ACE-705D-4B64-B027-3BE27822BD7A}" destId="{C15DB9EA-DC8A-44C3-9FA1-DA0242D47610}" srcOrd="5" destOrd="0" presId="urn:microsoft.com/office/officeart/2018/5/layout/IconLeafLabelList"/>
    <dgm:cxn modelId="{B9C926E7-6C0D-40D3-A0B7-F144BBC811E1}" type="presParOf" srcId="{E68D8ACE-705D-4B64-B027-3BE27822BD7A}" destId="{5CDBE9E5-F4A6-4157-94D4-13A8C8BE1F8C}" srcOrd="6" destOrd="0" presId="urn:microsoft.com/office/officeart/2018/5/layout/IconLeafLabelList"/>
    <dgm:cxn modelId="{0EB112D6-578E-4C2B-9243-84A9D4B2CC5B}" type="presParOf" srcId="{5CDBE9E5-F4A6-4157-94D4-13A8C8BE1F8C}" destId="{A1183D8F-B3A3-40D0-A0D7-1E073EA88799}" srcOrd="0" destOrd="0" presId="urn:microsoft.com/office/officeart/2018/5/layout/IconLeafLabelList"/>
    <dgm:cxn modelId="{4B04F887-DE5E-43C8-80C5-28D89A102DC8}" type="presParOf" srcId="{5CDBE9E5-F4A6-4157-94D4-13A8C8BE1F8C}" destId="{90C471AB-18A3-4530-A68D-D727360BC791}" srcOrd="1" destOrd="0" presId="urn:microsoft.com/office/officeart/2018/5/layout/IconLeafLabelList"/>
    <dgm:cxn modelId="{92730CE5-DBE8-49C3-82E9-F848ACD56949}" type="presParOf" srcId="{5CDBE9E5-F4A6-4157-94D4-13A8C8BE1F8C}" destId="{7CF1D349-3D24-4662-8CBA-B2229546AB9E}" srcOrd="2" destOrd="0" presId="urn:microsoft.com/office/officeart/2018/5/layout/IconLeafLabelList"/>
    <dgm:cxn modelId="{FDB30E3A-1322-4136-BC25-B3FD7C03CBA9}" type="presParOf" srcId="{5CDBE9E5-F4A6-4157-94D4-13A8C8BE1F8C}" destId="{3094E2CC-88EF-41A8-A5B4-B1B8E11AF225}" srcOrd="3" destOrd="0" presId="urn:microsoft.com/office/officeart/2018/5/layout/IconLeafLabelList"/>
    <dgm:cxn modelId="{9E30AE5F-47DF-479E-81D6-D323F6457305}" type="presParOf" srcId="{E68D8ACE-705D-4B64-B027-3BE27822BD7A}" destId="{2CCBBC38-EF07-42EA-951B-FF06ECC113B6}" srcOrd="7" destOrd="0" presId="urn:microsoft.com/office/officeart/2018/5/layout/IconLeafLabelList"/>
    <dgm:cxn modelId="{E34B17C0-E033-4B2D-8916-CB6A0CF0C227}" type="presParOf" srcId="{E68D8ACE-705D-4B64-B027-3BE27822BD7A}" destId="{714F5C6C-1EF7-403B-9A8F-081A2605517F}" srcOrd="8" destOrd="0" presId="urn:microsoft.com/office/officeart/2018/5/layout/IconLeafLabelList"/>
    <dgm:cxn modelId="{5E9C3DC1-1F91-455F-A2F9-F1857791E438}" type="presParOf" srcId="{714F5C6C-1EF7-403B-9A8F-081A2605517F}" destId="{2B182AF3-A7F1-45FA-AD74-53A672B102B4}" srcOrd="0" destOrd="0" presId="urn:microsoft.com/office/officeart/2018/5/layout/IconLeafLabelList"/>
    <dgm:cxn modelId="{6471431B-AD07-4B68-991A-AC829F873CD4}" type="presParOf" srcId="{714F5C6C-1EF7-403B-9A8F-081A2605517F}" destId="{43FED0CE-260E-4FDC-BAB4-37D303BE427D}" srcOrd="1" destOrd="0" presId="urn:microsoft.com/office/officeart/2018/5/layout/IconLeafLabelList"/>
    <dgm:cxn modelId="{FBE40AAC-5D18-457D-B149-10441563F383}" type="presParOf" srcId="{714F5C6C-1EF7-403B-9A8F-081A2605517F}" destId="{5577BDD6-C4E5-45E6-A854-17F4408C6044}" srcOrd="2" destOrd="0" presId="urn:microsoft.com/office/officeart/2018/5/layout/IconLeafLabelList"/>
    <dgm:cxn modelId="{34015283-69C1-41D6-8EE7-94EA6136E480}" type="presParOf" srcId="{714F5C6C-1EF7-403B-9A8F-081A2605517F}" destId="{345B7EB6-2793-4FFA-89F3-0515DD44A8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9EE59A-DDFF-4564-9933-5F04A92EADA9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6CEE532-C86E-4B79-B745-540AC44A79C1}">
      <dgm:prSet phldrT="[Text]"/>
      <dgm:spPr/>
      <dgm:t>
        <a:bodyPr/>
        <a:lstStyle/>
        <a:p>
          <a:r>
            <a:rPr lang="en-US" dirty="0"/>
            <a:t>Data Wrangling</a:t>
          </a:r>
        </a:p>
      </dgm:t>
    </dgm:pt>
    <dgm:pt modelId="{0CF9BA98-8B42-4481-B706-C030EE833E9E}" type="parTrans" cxnId="{260A20EE-D4D5-4E10-957C-2BEE6C0FE3FC}">
      <dgm:prSet/>
      <dgm:spPr/>
      <dgm:t>
        <a:bodyPr/>
        <a:lstStyle/>
        <a:p>
          <a:endParaRPr lang="en-US"/>
        </a:p>
      </dgm:t>
    </dgm:pt>
    <dgm:pt modelId="{3812F494-2EDD-40F6-BB46-A1987BCAF57D}" type="sibTrans" cxnId="{260A20EE-D4D5-4E10-957C-2BEE6C0FE3FC}">
      <dgm:prSet/>
      <dgm:spPr/>
      <dgm:t>
        <a:bodyPr/>
        <a:lstStyle/>
        <a:p>
          <a:endParaRPr lang="en-US"/>
        </a:p>
      </dgm:t>
    </dgm:pt>
    <dgm:pt modelId="{75D2FEF5-6A9D-48AF-A706-C38170516811}">
      <dgm:prSet phldrT="[Text]" custT="1"/>
      <dgm:spPr/>
      <dgm:t>
        <a:bodyPr/>
        <a:lstStyle/>
        <a:p>
          <a:r>
            <a:rPr lang="en-US" sz="1100" dirty="0"/>
            <a:t>Tweet Cleaning</a:t>
          </a:r>
        </a:p>
      </dgm:t>
    </dgm:pt>
    <dgm:pt modelId="{7FEAB945-528F-41B8-97B2-CE97B657EBF0}" type="parTrans" cxnId="{D123AA07-BE52-4031-849F-A7F3AF5680E2}">
      <dgm:prSet/>
      <dgm:spPr/>
      <dgm:t>
        <a:bodyPr/>
        <a:lstStyle/>
        <a:p>
          <a:endParaRPr lang="en-US"/>
        </a:p>
      </dgm:t>
    </dgm:pt>
    <dgm:pt modelId="{A111C2ED-0468-4A39-9DB7-625293EFC2CA}" type="sibTrans" cxnId="{D123AA07-BE52-4031-849F-A7F3AF5680E2}">
      <dgm:prSet/>
      <dgm:spPr/>
      <dgm:t>
        <a:bodyPr/>
        <a:lstStyle/>
        <a:p>
          <a:endParaRPr lang="en-US"/>
        </a:p>
      </dgm:t>
    </dgm:pt>
    <dgm:pt modelId="{80A8FACC-7D55-44AE-8F6D-37EC14C2E8F8}">
      <dgm:prSet phldrT="[Text]" custT="1"/>
      <dgm:spPr/>
      <dgm:t>
        <a:bodyPr/>
        <a:lstStyle/>
        <a:p>
          <a:r>
            <a:rPr lang="en-US" sz="1100" dirty="0"/>
            <a:t>Tokenization &amp; Stemming</a:t>
          </a:r>
        </a:p>
      </dgm:t>
    </dgm:pt>
    <dgm:pt modelId="{C61C7653-D849-4480-80A9-C4E7AE65F804}" type="parTrans" cxnId="{62B82290-02A8-40C2-B1D4-43AD8925417A}">
      <dgm:prSet/>
      <dgm:spPr/>
      <dgm:t>
        <a:bodyPr/>
        <a:lstStyle/>
        <a:p>
          <a:endParaRPr lang="en-US"/>
        </a:p>
      </dgm:t>
    </dgm:pt>
    <dgm:pt modelId="{AF30E2A8-E251-4238-842D-FFA27E3549A3}" type="sibTrans" cxnId="{62B82290-02A8-40C2-B1D4-43AD8925417A}">
      <dgm:prSet/>
      <dgm:spPr/>
      <dgm:t>
        <a:bodyPr/>
        <a:lstStyle/>
        <a:p>
          <a:endParaRPr lang="en-US"/>
        </a:p>
      </dgm:t>
    </dgm:pt>
    <dgm:pt modelId="{3EE9FBB1-6CA7-4A86-A4E4-81FADC3AC854}">
      <dgm:prSet phldrT="[Text]"/>
      <dgm:spPr/>
      <dgm:t>
        <a:bodyPr/>
        <a:lstStyle/>
        <a:p>
          <a:r>
            <a:rPr lang="en-US" dirty="0"/>
            <a:t>Exploratory Data Analysis</a:t>
          </a:r>
        </a:p>
      </dgm:t>
    </dgm:pt>
    <dgm:pt modelId="{F5CE427D-9D59-4871-8F02-1B93751FB9BD}" type="parTrans" cxnId="{5A781A80-318C-4FB2-B673-E61237F79656}">
      <dgm:prSet/>
      <dgm:spPr/>
      <dgm:t>
        <a:bodyPr/>
        <a:lstStyle/>
        <a:p>
          <a:endParaRPr lang="en-US"/>
        </a:p>
      </dgm:t>
    </dgm:pt>
    <dgm:pt modelId="{FAD15014-9234-4346-9DBF-64B9A4BBD91E}" type="sibTrans" cxnId="{5A781A80-318C-4FB2-B673-E61237F79656}">
      <dgm:prSet/>
      <dgm:spPr/>
      <dgm:t>
        <a:bodyPr/>
        <a:lstStyle/>
        <a:p>
          <a:endParaRPr lang="en-US"/>
        </a:p>
      </dgm:t>
    </dgm:pt>
    <dgm:pt modelId="{6A7B2BE1-D904-408F-92C6-5F84FB072B58}">
      <dgm:prSet phldrT="[Text]" custT="1"/>
      <dgm:spPr/>
      <dgm:t>
        <a:bodyPr/>
        <a:lstStyle/>
        <a:p>
          <a:r>
            <a:rPr lang="en-US" sz="1100" dirty="0"/>
            <a:t>Word Clouds </a:t>
          </a:r>
        </a:p>
      </dgm:t>
    </dgm:pt>
    <dgm:pt modelId="{9AF7A989-C839-4010-8ED6-F59DAA0DA828}" type="parTrans" cxnId="{E5DE51AF-26ED-47E5-A0E7-915B559BECAD}">
      <dgm:prSet/>
      <dgm:spPr/>
      <dgm:t>
        <a:bodyPr/>
        <a:lstStyle/>
        <a:p>
          <a:endParaRPr lang="en-US"/>
        </a:p>
      </dgm:t>
    </dgm:pt>
    <dgm:pt modelId="{951B882E-7A5E-4CDD-A589-B9C96ADFF01F}" type="sibTrans" cxnId="{E5DE51AF-26ED-47E5-A0E7-915B559BECAD}">
      <dgm:prSet/>
      <dgm:spPr/>
      <dgm:t>
        <a:bodyPr/>
        <a:lstStyle/>
        <a:p>
          <a:endParaRPr lang="en-US"/>
        </a:p>
      </dgm:t>
    </dgm:pt>
    <dgm:pt modelId="{6BE450E1-9364-4512-9DFA-2E94D4116EB2}">
      <dgm:prSet phldrT="[Text]" custT="1"/>
      <dgm:spPr/>
      <dgm:t>
        <a:bodyPr/>
        <a:lstStyle/>
        <a:p>
          <a:r>
            <a:rPr lang="en-US" sz="1100" dirty="0"/>
            <a:t>Tweet Structure</a:t>
          </a:r>
        </a:p>
      </dgm:t>
    </dgm:pt>
    <dgm:pt modelId="{9506773B-C04E-4BAE-9266-DC12E0B00A63}" type="parTrans" cxnId="{A8C96A8F-831E-4B15-9945-908F4CD28ACB}">
      <dgm:prSet/>
      <dgm:spPr/>
      <dgm:t>
        <a:bodyPr/>
        <a:lstStyle/>
        <a:p>
          <a:endParaRPr lang="en-US"/>
        </a:p>
      </dgm:t>
    </dgm:pt>
    <dgm:pt modelId="{059609D1-16FC-43FE-9436-49004EEF0768}" type="sibTrans" cxnId="{A8C96A8F-831E-4B15-9945-908F4CD28ACB}">
      <dgm:prSet/>
      <dgm:spPr/>
      <dgm:t>
        <a:bodyPr/>
        <a:lstStyle/>
        <a:p>
          <a:endParaRPr lang="en-US"/>
        </a:p>
      </dgm:t>
    </dgm:pt>
    <dgm:pt modelId="{DD173235-8F8A-4206-8F33-EDA597570D82}">
      <dgm:prSet phldrT="[Text]"/>
      <dgm:spPr/>
      <dgm:t>
        <a:bodyPr/>
        <a:lstStyle/>
        <a:p>
          <a:r>
            <a:rPr lang="en-US" dirty="0"/>
            <a:t>Model Preprocessing</a:t>
          </a:r>
        </a:p>
      </dgm:t>
    </dgm:pt>
    <dgm:pt modelId="{894BC641-92BD-44A4-ACE3-01D2F7F1919B}" type="parTrans" cxnId="{9046F8AD-E479-4347-A51F-3C0D927E65DE}">
      <dgm:prSet/>
      <dgm:spPr/>
      <dgm:t>
        <a:bodyPr/>
        <a:lstStyle/>
        <a:p>
          <a:endParaRPr lang="en-US"/>
        </a:p>
      </dgm:t>
    </dgm:pt>
    <dgm:pt modelId="{2A791784-5099-40FE-A852-BC9D4E5567B5}" type="sibTrans" cxnId="{9046F8AD-E479-4347-A51F-3C0D927E65DE}">
      <dgm:prSet/>
      <dgm:spPr/>
      <dgm:t>
        <a:bodyPr/>
        <a:lstStyle/>
        <a:p>
          <a:endParaRPr lang="en-US"/>
        </a:p>
      </dgm:t>
    </dgm:pt>
    <dgm:pt modelId="{FF43AE1E-3267-497E-9234-2478B07474A4}">
      <dgm:prSet phldrT="[Text]" custT="1"/>
      <dgm:spPr/>
      <dgm:t>
        <a:bodyPr/>
        <a:lstStyle/>
        <a:p>
          <a:r>
            <a:rPr lang="en-US" sz="1100" dirty="0"/>
            <a:t>Bag of Words </a:t>
          </a:r>
        </a:p>
      </dgm:t>
    </dgm:pt>
    <dgm:pt modelId="{49E642CB-094D-4E61-9CB1-6DD7030F2E01}" type="parTrans" cxnId="{8E28925A-D020-4CA6-9C6A-64C8DA42C73E}">
      <dgm:prSet/>
      <dgm:spPr/>
      <dgm:t>
        <a:bodyPr/>
        <a:lstStyle/>
        <a:p>
          <a:endParaRPr lang="en-US"/>
        </a:p>
      </dgm:t>
    </dgm:pt>
    <dgm:pt modelId="{CC18AEDC-B092-46EC-B56D-DA86AD687E48}" type="sibTrans" cxnId="{8E28925A-D020-4CA6-9C6A-64C8DA42C73E}">
      <dgm:prSet/>
      <dgm:spPr/>
      <dgm:t>
        <a:bodyPr/>
        <a:lstStyle/>
        <a:p>
          <a:endParaRPr lang="en-US"/>
        </a:p>
      </dgm:t>
    </dgm:pt>
    <dgm:pt modelId="{E1944544-1A2D-4D76-B864-2C6EAF2EAE64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77D7F08C-380A-4279-98B9-AF86C62DDCC1}" type="parTrans" cxnId="{784DFBA9-E20E-46B9-AB37-59BEF9325D32}">
      <dgm:prSet/>
      <dgm:spPr/>
      <dgm:t>
        <a:bodyPr/>
        <a:lstStyle/>
        <a:p>
          <a:endParaRPr lang="en-US"/>
        </a:p>
      </dgm:t>
    </dgm:pt>
    <dgm:pt modelId="{0E453566-1A4E-400C-B0A3-104B852176F3}" type="sibTrans" cxnId="{784DFBA9-E20E-46B9-AB37-59BEF9325D32}">
      <dgm:prSet/>
      <dgm:spPr/>
      <dgm:t>
        <a:bodyPr/>
        <a:lstStyle/>
        <a:p>
          <a:endParaRPr lang="en-US"/>
        </a:p>
      </dgm:t>
    </dgm:pt>
    <dgm:pt modelId="{3950F691-8F36-4FDA-BB9B-EA1B06D20C82}">
      <dgm:prSet phldrT="[Text]" custT="1"/>
      <dgm:spPr/>
      <dgm:t>
        <a:bodyPr/>
        <a:lstStyle/>
        <a:p>
          <a:r>
            <a:rPr lang="en-US" sz="1100" dirty="0"/>
            <a:t>Additional Feature Creation</a:t>
          </a:r>
        </a:p>
      </dgm:t>
    </dgm:pt>
    <dgm:pt modelId="{D3A9527B-5A88-4DB7-8270-9D8B43067A30}" type="parTrans" cxnId="{647B992B-BE16-42FA-B4ED-CD6AA60F575C}">
      <dgm:prSet/>
      <dgm:spPr/>
      <dgm:t>
        <a:bodyPr/>
        <a:lstStyle/>
        <a:p>
          <a:endParaRPr lang="en-US"/>
        </a:p>
      </dgm:t>
    </dgm:pt>
    <dgm:pt modelId="{84C56D9C-7404-4370-86B5-C81B0D5331DD}" type="sibTrans" cxnId="{647B992B-BE16-42FA-B4ED-CD6AA60F575C}">
      <dgm:prSet/>
      <dgm:spPr/>
      <dgm:t>
        <a:bodyPr/>
        <a:lstStyle/>
        <a:p>
          <a:endParaRPr lang="en-US"/>
        </a:p>
      </dgm:t>
    </dgm:pt>
    <dgm:pt modelId="{0398B237-1B7E-43B4-9F34-80CA83DB82D7}">
      <dgm:prSet phldrT="[Text]" custT="1"/>
      <dgm:spPr/>
      <dgm:t>
        <a:bodyPr/>
        <a:lstStyle/>
        <a:p>
          <a:r>
            <a:rPr lang="en-US" sz="1100" dirty="0" err="1"/>
            <a:t>SentiWordNet</a:t>
          </a:r>
          <a:r>
            <a:rPr lang="en-US" sz="1100" dirty="0"/>
            <a:t> </a:t>
          </a:r>
        </a:p>
      </dgm:t>
    </dgm:pt>
    <dgm:pt modelId="{57F47F83-4C6D-4402-A8F1-4B4F0D8E82C4}" type="parTrans" cxnId="{D7BFBA61-150A-450D-A246-0DABAF7C65EE}">
      <dgm:prSet/>
      <dgm:spPr/>
      <dgm:t>
        <a:bodyPr/>
        <a:lstStyle/>
        <a:p>
          <a:endParaRPr lang="en-US"/>
        </a:p>
      </dgm:t>
    </dgm:pt>
    <dgm:pt modelId="{1A44604C-A60A-4DCD-9542-A6B3EEA45281}" type="sibTrans" cxnId="{D7BFBA61-150A-450D-A246-0DABAF7C65EE}">
      <dgm:prSet/>
      <dgm:spPr/>
      <dgm:t>
        <a:bodyPr/>
        <a:lstStyle/>
        <a:p>
          <a:endParaRPr lang="en-US"/>
        </a:p>
      </dgm:t>
    </dgm:pt>
    <dgm:pt modelId="{A877A059-C3B5-460B-B140-3EBE37FD039C}">
      <dgm:prSet phldrT="[Text]" custT="1"/>
      <dgm:spPr/>
      <dgm:t>
        <a:bodyPr/>
        <a:lstStyle/>
        <a:p>
          <a:r>
            <a:rPr lang="en-US" sz="1100" dirty="0"/>
            <a:t>Evaluation</a:t>
          </a:r>
        </a:p>
      </dgm:t>
    </dgm:pt>
    <dgm:pt modelId="{5C226E1A-050D-45C5-959D-FBD9788F5B94}" type="parTrans" cxnId="{7A92FE92-E388-47E6-B81F-75C9AC0C5E30}">
      <dgm:prSet/>
      <dgm:spPr/>
      <dgm:t>
        <a:bodyPr/>
        <a:lstStyle/>
        <a:p>
          <a:endParaRPr lang="en-US"/>
        </a:p>
      </dgm:t>
    </dgm:pt>
    <dgm:pt modelId="{A8C9B7E5-C945-4DE4-B717-3E4653888168}" type="sibTrans" cxnId="{7A92FE92-E388-47E6-B81F-75C9AC0C5E30}">
      <dgm:prSet/>
      <dgm:spPr/>
      <dgm:t>
        <a:bodyPr/>
        <a:lstStyle/>
        <a:p>
          <a:endParaRPr lang="en-US"/>
        </a:p>
      </dgm:t>
    </dgm:pt>
    <dgm:pt modelId="{5C5A2196-667E-46A9-A36A-AAC0D6DB7271}">
      <dgm:prSet phldrT="[Text]" custT="1"/>
      <dgm:spPr/>
      <dgm:t>
        <a:bodyPr/>
        <a:lstStyle/>
        <a:p>
          <a:r>
            <a:rPr lang="en-US" sz="1100" dirty="0"/>
            <a:t>Model Selection</a:t>
          </a:r>
        </a:p>
      </dgm:t>
    </dgm:pt>
    <dgm:pt modelId="{ACA5E51B-B4D9-4202-B563-0CFE82EC877B}" type="parTrans" cxnId="{8A9AC9BB-C4A1-4182-9411-56D560722D5E}">
      <dgm:prSet/>
      <dgm:spPr/>
      <dgm:t>
        <a:bodyPr/>
        <a:lstStyle/>
        <a:p>
          <a:endParaRPr lang="en-US"/>
        </a:p>
      </dgm:t>
    </dgm:pt>
    <dgm:pt modelId="{6E22C5C7-F96B-4187-B992-5EC8CF960500}" type="sibTrans" cxnId="{8A9AC9BB-C4A1-4182-9411-56D560722D5E}">
      <dgm:prSet/>
      <dgm:spPr/>
      <dgm:t>
        <a:bodyPr/>
        <a:lstStyle/>
        <a:p>
          <a:endParaRPr lang="en-US"/>
        </a:p>
      </dgm:t>
    </dgm:pt>
    <dgm:pt modelId="{34F9E657-2991-4673-8381-B94018DFD32D}" type="pres">
      <dgm:prSet presAssocID="{659EE59A-DDFF-4564-9933-5F04A92EADA9}" presName="linearFlow" presStyleCnt="0">
        <dgm:presLayoutVars>
          <dgm:dir/>
          <dgm:animLvl val="lvl"/>
          <dgm:resizeHandles val="exact"/>
        </dgm:presLayoutVars>
      </dgm:prSet>
      <dgm:spPr/>
    </dgm:pt>
    <dgm:pt modelId="{C456C6E2-3B02-4A26-881C-736AB1AAF055}" type="pres">
      <dgm:prSet presAssocID="{A6CEE532-C86E-4B79-B745-540AC44A79C1}" presName="composite" presStyleCnt="0"/>
      <dgm:spPr/>
    </dgm:pt>
    <dgm:pt modelId="{6A4A2F34-EE70-4AC4-9530-3EBD93F991C2}" type="pres">
      <dgm:prSet presAssocID="{A6CEE532-C86E-4B79-B745-540AC44A79C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AEEA4622-E9D5-4CAC-A362-D057776A1DF3}" type="pres">
      <dgm:prSet presAssocID="{A6CEE532-C86E-4B79-B745-540AC44A79C1}" presName="descendantText" presStyleLbl="alignAcc1" presStyleIdx="0" presStyleCnt="4">
        <dgm:presLayoutVars>
          <dgm:bulletEnabled val="1"/>
        </dgm:presLayoutVars>
      </dgm:prSet>
      <dgm:spPr/>
    </dgm:pt>
    <dgm:pt modelId="{5A3EC5B8-5625-474E-B91F-DB6D6E4AF2E7}" type="pres">
      <dgm:prSet presAssocID="{3812F494-2EDD-40F6-BB46-A1987BCAF57D}" presName="sp" presStyleCnt="0"/>
      <dgm:spPr/>
    </dgm:pt>
    <dgm:pt modelId="{7EA3BE42-95CF-4413-A5A2-07F6EADF38B0}" type="pres">
      <dgm:prSet presAssocID="{3EE9FBB1-6CA7-4A86-A4E4-81FADC3AC854}" presName="composite" presStyleCnt="0"/>
      <dgm:spPr/>
    </dgm:pt>
    <dgm:pt modelId="{454AE387-E362-4550-BAEE-8DED172A1C73}" type="pres">
      <dgm:prSet presAssocID="{3EE9FBB1-6CA7-4A86-A4E4-81FADC3AC85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B05AE68-4266-4D00-836F-3FCEB5BC5543}" type="pres">
      <dgm:prSet presAssocID="{3EE9FBB1-6CA7-4A86-A4E4-81FADC3AC854}" presName="descendantText" presStyleLbl="alignAcc1" presStyleIdx="1" presStyleCnt="4" custLinFactNeighborX="0" custLinFactNeighborY="0">
        <dgm:presLayoutVars>
          <dgm:bulletEnabled val="1"/>
        </dgm:presLayoutVars>
      </dgm:prSet>
      <dgm:spPr/>
    </dgm:pt>
    <dgm:pt modelId="{9D573F4B-2E10-403B-9E05-17658081C625}" type="pres">
      <dgm:prSet presAssocID="{FAD15014-9234-4346-9DBF-64B9A4BBD91E}" presName="sp" presStyleCnt="0"/>
      <dgm:spPr/>
    </dgm:pt>
    <dgm:pt modelId="{775188D5-C91E-4729-A83F-F4A8A1454C19}" type="pres">
      <dgm:prSet presAssocID="{DD173235-8F8A-4206-8F33-EDA597570D82}" presName="composite" presStyleCnt="0"/>
      <dgm:spPr/>
    </dgm:pt>
    <dgm:pt modelId="{B2F24BDC-8D05-4B50-A275-696982C37353}" type="pres">
      <dgm:prSet presAssocID="{DD173235-8F8A-4206-8F33-EDA597570D8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F550D28-5688-43D3-856D-18F8359309D5}" type="pres">
      <dgm:prSet presAssocID="{DD173235-8F8A-4206-8F33-EDA597570D82}" presName="descendantText" presStyleLbl="alignAcc1" presStyleIdx="2" presStyleCnt="4">
        <dgm:presLayoutVars>
          <dgm:bulletEnabled val="1"/>
        </dgm:presLayoutVars>
      </dgm:prSet>
      <dgm:spPr/>
    </dgm:pt>
    <dgm:pt modelId="{55A04AD4-293E-4704-B600-1E3A22F53F45}" type="pres">
      <dgm:prSet presAssocID="{2A791784-5099-40FE-A852-BC9D4E5567B5}" presName="sp" presStyleCnt="0"/>
      <dgm:spPr/>
    </dgm:pt>
    <dgm:pt modelId="{EF19AA14-9050-4CC5-BFB6-884ACF3AE073}" type="pres">
      <dgm:prSet presAssocID="{E1944544-1A2D-4D76-B864-2C6EAF2EAE64}" presName="composite" presStyleCnt="0"/>
      <dgm:spPr/>
    </dgm:pt>
    <dgm:pt modelId="{360220BB-9D55-4BFD-B1B1-0E41DABF7D21}" type="pres">
      <dgm:prSet presAssocID="{E1944544-1A2D-4D76-B864-2C6EAF2EAE6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10162BA-29EE-4F19-97C0-C8C58AF60F8D}" type="pres">
      <dgm:prSet presAssocID="{E1944544-1A2D-4D76-B864-2C6EAF2EAE64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123AA07-BE52-4031-849F-A7F3AF5680E2}" srcId="{A6CEE532-C86E-4B79-B745-540AC44A79C1}" destId="{75D2FEF5-6A9D-48AF-A706-C38170516811}" srcOrd="0" destOrd="0" parTransId="{7FEAB945-528F-41B8-97B2-CE97B657EBF0}" sibTransId="{A111C2ED-0468-4A39-9DB7-625293EFC2CA}"/>
    <dgm:cxn modelId="{227B2813-F620-44B3-8D3F-310C3E61B239}" type="presOf" srcId="{A6CEE532-C86E-4B79-B745-540AC44A79C1}" destId="{6A4A2F34-EE70-4AC4-9530-3EBD93F991C2}" srcOrd="0" destOrd="0" presId="urn:microsoft.com/office/officeart/2005/8/layout/chevron2"/>
    <dgm:cxn modelId="{D7BC3416-41F1-4E6A-8EDC-34B693D3143F}" type="presOf" srcId="{DD173235-8F8A-4206-8F33-EDA597570D82}" destId="{B2F24BDC-8D05-4B50-A275-696982C37353}" srcOrd="0" destOrd="0" presId="urn:microsoft.com/office/officeart/2005/8/layout/chevron2"/>
    <dgm:cxn modelId="{629F7220-C464-4F81-A072-C8C62F5AF1AD}" type="presOf" srcId="{A877A059-C3B5-460B-B140-3EBE37FD039C}" destId="{910162BA-29EE-4F19-97C0-C8C58AF60F8D}" srcOrd="0" destOrd="0" presId="urn:microsoft.com/office/officeart/2005/8/layout/chevron2"/>
    <dgm:cxn modelId="{647B992B-BE16-42FA-B4ED-CD6AA60F575C}" srcId="{A6CEE532-C86E-4B79-B745-540AC44A79C1}" destId="{3950F691-8F36-4FDA-BB9B-EA1B06D20C82}" srcOrd="2" destOrd="0" parTransId="{D3A9527B-5A88-4DB7-8270-9D8B43067A30}" sibTransId="{84C56D9C-7404-4370-86B5-C81B0D5331DD}"/>
    <dgm:cxn modelId="{355D7B39-DD5B-4864-AE80-30A94764B17B}" type="presOf" srcId="{6A7B2BE1-D904-408F-92C6-5F84FB072B58}" destId="{FB05AE68-4266-4D00-836F-3FCEB5BC5543}" srcOrd="0" destOrd="0" presId="urn:microsoft.com/office/officeart/2005/8/layout/chevron2"/>
    <dgm:cxn modelId="{E0FAF43B-C23C-4EF3-A381-6D41BA93E63E}" type="presOf" srcId="{FF43AE1E-3267-497E-9234-2478B07474A4}" destId="{EF550D28-5688-43D3-856D-18F8359309D5}" srcOrd="0" destOrd="0" presId="urn:microsoft.com/office/officeart/2005/8/layout/chevron2"/>
    <dgm:cxn modelId="{D7BFBA61-150A-450D-A246-0DABAF7C65EE}" srcId="{DD173235-8F8A-4206-8F33-EDA597570D82}" destId="{0398B237-1B7E-43B4-9F34-80CA83DB82D7}" srcOrd="1" destOrd="0" parTransId="{57F47F83-4C6D-4402-A8F1-4B4F0D8E82C4}" sibTransId="{1A44604C-A60A-4DCD-9542-A6B3EEA45281}"/>
    <dgm:cxn modelId="{6769B66A-840F-41B5-9C5C-956CB446A4CA}" type="presOf" srcId="{6BE450E1-9364-4512-9DFA-2E94D4116EB2}" destId="{FB05AE68-4266-4D00-836F-3FCEB5BC5543}" srcOrd="0" destOrd="1" presId="urn:microsoft.com/office/officeart/2005/8/layout/chevron2"/>
    <dgm:cxn modelId="{77049C6E-2535-4983-9438-E654FA04243A}" type="presOf" srcId="{80A8FACC-7D55-44AE-8F6D-37EC14C2E8F8}" destId="{AEEA4622-E9D5-4CAC-A362-D057776A1DF3}" srcOrd="0" destOrd="1" presId="urn:microsoft.com/office/officeart/2005/8/layout/chevron2"/>
    <dgm:cxn modelId="{8E28925A-D020-4CA6-9C6A-64C8DA42C73E}" srcId="{DD173235-8F8A-4206-8F33-EDA597570D82}" destId="{FF43AE1E-3267-497E-9234-2478B07474A4}" srcOrd="0" destOrd="0" parTransId="{49E642CB-094D-4E61-9CB1-6DD7030F2E01}" sibTransId="{CC18AEDC-B092-46EC-B56D-DA86AD687E48}"/>
    <dgm:cxn modelId="{5A781A80-318C-4FB2-B673-E61237F79656}" srcId="{659EE59A-DDFF-4564-9933-5F04A92EADA9}" destId="{3EE9FBB1-6CA7-4A86-A4E4-81FADC3AC854}" srcOrd="1" destOrd="0" parTransId="{F5CE427D-9D59-4871-8F02-1B93751FB9BD}" sibTransId="{FAD15014-9234-4346-9DBF-64B9A4BBD91E}"/>
    <dgm:cxn modelId="{A8C96A8F-831E-4B15-9945-908F4CD28ACB}" srcId="{3EE9FBB1-6CA7-4A86-A4E4-81FADC3AC854}" destId="{6BE450E1-9364-4512-9DFA-2E94D4116EB2}" srcOrd="1" destOrd="0" parTransId="{9506773B-C04E-4BAE-9266-DC12E0B00A63}" sibTransId="{059609D1-16FC-43FE-9436-49004EEF0768}"/>
    <dgm:cxn modelId="{62B82290-02A8-40C2-B1D4-43AD8925417A}" srcId="{A6CEE532-C86E-4B79-B745-540AC44A79C1}" destId="{80A8FACC-7D55-44AE-8F6D-37EC14C2E8F8}" srcOrd="1" destOrd="0" parTransId="{C61C7653-D849-4480-80A9-C4E7AE65F804}" sibTransId="{AF30E2A8-E251-4238-842D-FFA27E3549A3}"/>
    <dgm:cxn modelId="{7A92FE92-E388-47E6-B81F-75C9AC0C5E30}" srcId="{E1944544-1A2D-4D76-B864-2C6EAF2EAE64}" destId="{A877A059-C3B5-460B-B140-3EBE37FD039C}" srcOrd="0" destOrd="0" parTransId="{5C226E1A-050D-45C5-959D-FBD9788F5B94}" sibTransId="{A8C9B7E5-C945-4DE4-B717-3E4653888168}"/>
    <dgm:cxn modelId="{C6CC0799-88F9-4CBC-BFE0-76A0939C0189}" type="presOf" srcId="{659EE59A-DDFF-4564-9933-5F04A92EADA9}" destId="{34F9E657-2991-4673-8381-B94018DFD32D}" srcOrd="0" destOrd="0" presId="urn:microsoft.com/office/officeart/2005/8/layout/chevron2"/>
    <dgm:cxn modelId="{784DFBA9-E20E-46B9-AB37-59BEF9325D32}" srcId="{659EE59A-DDFF-4564-9933-5F04A92EADA9}" destId="{E1944544-1A2D-4D76-B864-2C6EAF2EAE64}" srcOrd="3" destOrd="0" parTransId="{77D7F08C-380A-4279-98B9-AF86C62DDCC1}" sibTransId="{0E453566-1A4E-400C-B0A3-104B852176F3}"/>
    <dgm:cxn modelId="{9046F8AD-E479-4347-A51F-3C0D927E65DE}" srcId="{659EE59A-DDFF-4564-9933-5F04A92EADA9}" destId="{DD173235-8F8A-4206-8F33-EDA597570D82}" srcOrd="2" destOrd="0" parTransId="{894BC641-92BD-44A4-ACE3-01D2F7F1919B}" sibTransId="{2A791784-5099-40FE-A852-BC9D4E5567B5}"/>
    <dgm:cxn modelId="{E5DE51AF-26ED-47E5-A0E7-915B559BECAD}" srcId="{3EE9FBB1-6CA7-4A86-A4E4-81FADC3AC854}" destId="{6A7B2BE1-D904-408F-92C6-5F84FB072B58}" srcOrd="0" destOrd="0" parTransId="{9AF7A989-C839-4010-8ED6-F59DAA0DA828}" sibTransId="{951B882E-7A5E-4CDD-A589-B9C96ADFF01F}"/>
    <dgm:cxn modelId="{8A9AC9BB-C4A1-4182-9411-56D560722D5E}" srcId="{E1944544-1A2D-4D76-B864-2C6EAF2EAE64}" destId="{5C5A2196-667E-46A9-A36A-AAC0D6DB7271}" srcOrd="1" destOrd="0" parTransId="{ACA5E51B-B4D9-4202-B563-0CFE82EC877B}" sibTransId="{6E22C5C7-F96B-4187-B992-5EC8CF960500}"/>
    <dgm:cxn modelId="{78954BBC-743F-45A4-A787-9F1DDAF84E18}" type="presOf" srcId="{3950F691-8F36-4FDA-BB9B-EA1B06D20C82}" destId="{AEEA4622-E9D5-4CAC-A362-D057776A1DF3}" srcOrd="0" destOrd="2" presId="urn:microsoft.com/office/officeart/2005/8/layout/chevron2"/>
    <dgm:cxn modelId="{5986F7D4-9A0A-46F9-9532-2AD63DF46382}" type="presOf" srcId="{0398B237-1B7E-43B4-9F34-80CA83DB82D7}" destId="{EF550D28-5688-43D3-856D-18F8359309D5}" srcOrd="0" destOrd="1" presId="urn:microsoft.com/office/officeart/2005/8/layout/chevron2"/>
    <dgm:cxn modelId="{AAFCD7E3-CB9A-4BE2-8632-DE1EA0F45583}" type="presOf" srcId="{5C5A2196-667E-46A9-A36A-AAC0D6DB7271}" destId="{910162BA-29EE-4F19-97C0-C8C58AF60F8D}" srcOrd="0" destOrd="1" presId="urn:microsoft.com/office/officeart/2005/8/layout/chevron2"/>
    <dgm:cxn modelId="{1B6DE5E8-A694-4BA8-8B38-1E2EFE41BA72}" type="presOf" srcId="{75D2FEF5-6A9D-48AF-A706-C38170516811}" destId="{AEEA4622-E9D5-4CAC-A362-D057776A1DF3}" srcOrd="0" destOrd="0" presId="urn:microsoft.com/office/officeart/2005/8/layout/chevron2"/>
    <dgm:cxn modelId="{260A20EE-D4D5-4E10-957C-2BEE6C0FE3FC}" srcId="{659EE59A-DDFF-4564-9933-5F04A92EADA9}" destId="{A6CEE532-C86E-4B79-B745-540AC44A79C1}" srcOrd="0" destOrd="0" parTransId="{0CF9BA98-8B42-4481-B706-C030EE833E9E}" sibTransId="{3812F494-2EDD-40F6-BB46-A1987BCAF57D}"/>
    <dgm:cxn modelId="{03FE41F7-C78A-4193-890E-138F1D79518E}" type="presOf" srcId="{E1944544-1A2D-4D76-B864-2C6EAF2EAE64}" destId="{360220BB-9D55-4BFD-B1B1-0E41DABF7D21}" srcOrd="0" destOrd="0" presId="urn:microsoft.com/office/officeart/2005/8/layout/chevron2"/>
    <dgm:cxn modelId="{D39404FD-D479-4715-81F2-02D874414812}" type="presOf" srcId="{3EE9FBB1-6CA7-4A86-A4E4-81FADC3AC854}" destId="{454AE387-E362-4550-BAEE-8DED172A1C73}" srcOrd="0" destOrd="0" presId="urn:microsoft.com/office/officeart/2005/8/layout/chevron2"/>
    <dgm:cxn modelId="{7636A595-27B5-4897-9A6B-9523AF2AB0AC}" type="presParOf" srcId="{34F9E657-2991-4673-8381-B94018DFD32D}" destId="{C456C6E2-3B02-4A26-881C-736AB1AAF055}" srcOrd="0" destOrd="0" presId="urn:microsoft.com/office/officeart/2005/8/layout/chevron2"/>
    <dgm:cxn modelId="{A33B4A25-B0FD-4CA5-B414-EFEBC60791B5}" type="presParOf" srcId="{C456C6E2-3B02-4A26-881C-736AB1AAF055}" destId="{6A4A2F34-EE70-4AC4-9530-3EBD93F991C2}" srcOrd="0" destOrd="0" presId="urn:microsoft.com/office/officeart/2005/8/layout/chevron2"/>
    <dgm:cxn modelId="{8F6E9048-3932-4109-96C6-BB4EA2FBDF31}" type="presParOf" srcId="{C456C6E2-3B02-4A26-881C-736AB1AAF055}" destId="{AEEA4622-E9D5-4CAC-A362-D057776A1DF3}" srcOrd="1" destOrd="0" presId="urn:microsoft.com/office/officeart/2005/8/layout/chevron2"/>
    <dgm:cxn modelId="{F4B4F114-623C-4AA0-B40A-6481C7CA6950}" type="presParOf" srcId="{34F9E657-2991-4673-8381-B94018DFD32D}" destId="{5A3EC5B8-5625-474E-B91F-DB6D6E4AF2E7}" srcOrd="1" destOrd="0" presId="urn:microsoft.com/office/officeart/2005/8/layout/chevron2"/>
    <dgm:cxn modelId="{E25575F1-C713-47D7-AB30-B93984DAD94D}" type="presParOf" srcId="{34F9E657-2991-4673-8381-B94018DFD32D}" destId="{7EA3BE42-95CF-4413-A5A2-07F6EADF38B0}" srcOrd="2" destOrd="0" presId="urn:microsoft.com/office/officeart/2005/8/layout/chevron2"/>
    <dgm:cxn modelId="{7DD1358D-5D4B-4B2C-AEAA-27B35BF856C3}" type="presParOf" srcId="{7EA3BE42-95CF-4413-A5A2-07F6EADF38B0}" destId="{454AE387-E362-4550-BAEE-8DED172A1C73}" srcOrd="0" destOrd="0" presId="urn:microsoft.com/office/officeart/2005/8/layout/chevron2"/>
    <dgm:cxn modelId="{C207102A-BCE4-4957-8683-6F9EEFC95096}" type="presParOf" srcId="{7EA3BE42-95CF-4413-A5A2-07F6EADF38B0}" destId="{FB05AE68-4266-4D00-836F-3FCEB5BC5543}" srcOrd="1" destOrd="0" presId="urn:microsoft.com/office/officeart/2005/8/layout/chevron2"/>
    <dgm:cxn modelId="{24465B18-8BF7-401F-9A23-A525A3E25DA7}" type="presParOf" srcId="{34F9E657-2991-4673-8381-B94018DFD32D}" destId="{9D573F4B-2E10-403B-9E05-17658081C625}" srcOrd="3" destOrd="0" presId="urn:microsoft.com/office/officeart/2005/8/layout/chevron2"/>
    <dgm:cxn modelId="{6B4CCBDE-908A-4762-9E22-EE7B6843EB51}" type="presParOf" srcId="{34F9E657-2991-4673-8381-B94018DFD32D}" destId="{775188D5-C91E-4729-A83F-F4A8A1454C19}" srcOrd="4" destOrd="0" presId="urn:microsoft.com/office/officeart/2005/8/layout/chevron2"/>
    <dgm:cxn modelId="{212605A8-B5FF-4A34-A0CB-9E39980DC9AA}" type="presParOf" srcId="{775188D5-C91E-4729-A83F-F4A8A1454C19}" destId="{B2F24BDC-8D05-4B50-A275-696982C37353}" srcOrd="0" destOrd="0" presId="urn:microsoft.com/office/officeart/2005/8/layout/chevron2"/>
    <dgm:cxn modelId="{1C6C08CD-B937-49C6-9BC2-5DB1B11BA769}" type="presParOf" srcId="{775188D5-C91E-4729-A83F-F4A8A1454C19}" destId="{EF550D28-5688-43D3-856D-18F8359309D5}" srcOrd="1" destOrd="0" presId="urn:microsoft.com/office/officeart/2005/8/layout/chevron2"/>
    <dgm:cxn modelId="{FD4F3DD2-A3E0-455E-AF91-E3A5FB3EEDF3}" type="presParOf" srcId="{34F9E657-2991-4673-8381-B94018DFD32D}" destId="{55A04AD4-293E-4704-B600-1E3A22F53F45}" srcOrd="5" destOrd="0" presId="urn:microsoft.com/office/officeart/2005/8/layout/chevron2"/>
    <dgm:cxn modelId="{7F210FF5-3BD7-4ADA-85A7-C2E5CC05D892}" type="presParOf" srcId="{34F9E657-2991-4673-8381-B94018DFD32D}" destId="{EF19AA14-9050-4CC5-BFB6-884ACF3AE073}" srcOrd="6" destOrd="0" presId="urn:microsoft.com/office/officeart/2005/8/layout/chevron2"/>
    <dgm:cxn modelId="{B61B84B6-EE4C-4ED0-93B3-82F5057B9240}" type="presParOf" srcId="{EF19AA14-9050-4CC5-BFB6-884ACF3AE073}" destId="{360220BB-9D55-4BFD-B1B1-0E41DABF7D21}" srcOrd="0" destOrd="0" presId="urn:microsoft.com/office/officeart/2005/8/layout/chevron2"/>
    <dgm:cxn modelId="{2E300B68-5D00-4C0B-A04C-24828AD7D3A5}" type="presParOf" srcId="{EF19AA14-9050-4CC5-BFB6-884ACF3AE073}" destId="{910162BA-29EE-4F19-97C0-C8C58AF60F8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85785-C78D-4F33-9BE3-152A5316B70C}">
      <dsp:nvSpPr>
        <dsp:cNvPr id="0" name=""/>
        <dsp:cNvSpPr/>
      </dsp:nvSpPr>
      <dsp:spPr>
        <a:xfrm>
          <a:off x="735974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7802D-2010-4542-ABB5-59A27FE6D410}">
      <dsp:nvSpPr>
        <dsp:cNvPr id="0" name=""/>
        <dsp:cNvSpPr/>
      </dsp:nvSpPr>
      <dsp:spPr>
        <a:xfrm>
          <a:off x="969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82000-9FAB-4DCD-B693-89BB22F8ECD3}">
      <dsp:nvSpPr>
        <dsp:cNvPr id="0" name=""/>
        <dsp:cNvSpPr/>
      </dsp:nvSpPr>
      <dsp:spPr>
        <a:xfrm>
          <a:off x="384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Background</a:t>
          </a:r>
        </a:p>
      </dsp:txBody>
      <dsp:txXfrm>
        <a:off x="384974" y="2267140"/>
        <a:ext cx="1800000" cy="720000"/>
      </dsp:txXfrm>
    </dsp:sp>
    <dsp:sp modelId="{21886033-D48C-411E-8D7D-E9D7BF9AB8D7}">
      <dsp:nvSpPr>
        <dsp:cNvPr id="0" name=""/>
        <dsp:cNvSpPr/>
      </dsp:nvSpPr>
      <dsp:spPr>
        <a:xfrm>
          <a:off x="2850974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4DEB6-FE6D-4034-926A-622033905BD9}">
      <dsp:nvSpPr>
        <dsp:cNvPr id="0" name=""/>
        <dsp:cNvSpPr/>
      </dsp:nvSpPr>
      <dsp:spPr>
        <a:xfrm>
          <a:off x="3084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12D26-B768-4B10-A380-F04F371F6CE4}">
      <dsp:nvSpPr>
        <dsp:cNvPr id="0" name=""/>
        <dsp:cNvSpPr/>
      </dsp:nvSpPr>
      <dsp:spPr>
        <a:xfrm>
          <a:off x="2499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The Problem </a:t>
          </a:r>
        </a:p>
      </dsp:txBody>
      <dsp:txXfrm>
        <a:off x="2499974" y="2267140"/>
        <a:ext cx="1800000" cy="720000"/>
      </dsp:txXfrm>
    </dsp:sp>
    <dsp:sp modelId="{E4905DC2-0617-4553-AE06-2328EFDA3A1A}">
      <dsp:nvSpPr>
        <dsp:cNvPr id="0" name=""/>
        <dsp:cNvSpPr/>
      </dsp:nvSpPr>
      <dsp:spPr>
        <a:xfrm>
          <a:off x="4965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46999C-B127-47AE-8287-F9D22761FE04}">
      <dsp:nvSpPr>
        <dsp:cNvPr id="0" name=""/>
        <dsp:cNvSpPr/>
      </dsp:nvSpPr>
      <dsp:spPr>
        <a:xfrm>
          <a:off x="519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ABF80-F817-4553-B215-E70F5D2CC1DA}">
      <dsp:nvSpPr>
        <dsp:cNvPr id="0" name=""/>
        <dsp:cNvSpPr/>
      </dsp:nvSpPr>
      <dsp:spPr>
        <a:xfrm>
          <a:off x="461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Methodology </a:t>
          </a:r>
        </a:p>
      </dsp:txBody>
      <dsp:txXfrm>
        <a:off x="4614975" y="2267140"/>
        <a:ext cx="1800000" cy="720000"/>
      </dsp:txXfrm>
    </dsp:sp>
    <dsp:sp modelId="{A1183D8F-B3A3-40D0-A0D7-1E073EA88799}">
      <dsp:nvSpPr>
        <dsp:cNvPr id="0" name=""/>
        <dsp:cNvSpPr/>
      </dsp:nvSpPr>
      <dsp:spPr>
        <a:xfrm>
          <a:off x="7080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471AB-18A3-4530-A68D-D727360BC791}">
      <dsp:nvSpPr>
        <dsp:cNvPr id="0" name=""/>
        <dsp:cNvSpPr/>
      </dsp:nvSpPr>
      <dsp:spPr>
        <a:xfrm>
          <a:off x="7314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4E2CC-88EF-41A8-A5B4-B1B8E11AF225}">
      <dsp:nvSpPr>
        <dsp:cNvPr id="0" name=""/>
        <dsp:cNvSpPr/>
      </dsp:nvSpPr>
      <dsp:spPr>
        <a:xfrm>
          <a:off x="6729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Solution </a:t>
          </a:r>
        </a:p>
      </dsp:txBody>
      <dsp:txXfrm>
        <a:off x="6729975" y="2267140"/>
        <a:ext cx="1800000" cy="720000"/>
      </dsp:txXfrm>
    </dsp:sp>
    <dsp:sp modelId="{2B182AF3-A7F1-45FA-AD74-53A672B102B4}">
      <dsp:nvSpPr>
        <dsp:cNvPr id="0" name=""/>
        <dsp:cNvSpPr/>
      </dsp:nvSpPr>
      <dsp:spPr>
        <a:xfrm>
          <a:off x="9195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ED0CE-260E-4FDC-BAB4-37D303BE427D}">
      <dsp:nvSpPr>
        <dsp:cNvPr id="0" name=""/>
        <dsp:cNvSpPr/>
      </dsp:nvSpPr>
      <dsp:spPr>
        <a:xfrm>
          <a:off x="942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B7EB6-2793-4FFA-89F3-0515DD44A85C}">
      <dsp:nvSpPr>
        <dsp:cNvPr id="0" name=""/>
        <dsp:cNvSpPr/>
      </dsp:nvSpPr>
      <dsp:spPr>
        <a:xfrm>
          <a:off x="884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Next Steps </a:t>
          </a:r>
        </a:p>
      </dsp:txBody>
      <dsp:txXfrm>
        <a:off x="8844975" y="226714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A2F34-EE70-4AC4-9530-3EBD93F991C2}">
      <dsp:nvSpPr>
        <dsp:cNvPr id="0" name=""/>
        <dsp:cNvSpPr/>
      </dsp:nvSpPr>
      <dsp:spPr>
        <a:xfrm rot="5400000">
          <a:off x="-192803" y="195981"/>
          <a:ext cx="1285353" cy="8997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Wrangling</a:t>
          </a:r>
        </a:p>
      </dsp:txBody>
      <dsp:txXfrm rot="-5400000">
        <a:off x="1" y="453052"/>
        <a:ext cx="899747" cy="385606"/>
      </dsp:txXfrm>
    </dsp:sp>
    <dsp:sp modelId="{AEEA4622-E9D5-4CAC-A362-D057776A1DF3}">
      <dsp:nvSpPr>
        <dsp:cNvPr id="0" name=""/>
        <dsp:cNvSpPr/>
      </dsp:nvSpPr>
      <dsp:spPr>
        <a:xfrm rot="5400000">
          <a:off x="2165430" y="-1262504"/>
          <a:ext cx="835479" cy="336684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Tweet Cleaning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Tokenization &amp; Stemming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Additional Feature Creation</a:t>
          </a:r>
        </a:p>
      </dsp:txBody>
      <dsp:txXfrm rot="-5400000">
        <a:off x="899748" y="43963"/>
        <a:ext cx="3326060" cy="753909"/>
      </dsp:txXfrm>
    </dsp:sp>
    <dsp:sp modelId="{454AE387-E362-4550-BAEE-8DED172A1C73}">
      <dsp:nvSpPr>
        <dsp:cNvPr id="0" name=""/>
        <dsp:cNvSpPr/>
      </dsp:nvSpPr>
      <dsp:spPr>
        <a:xfrm rot="5400000">
          <a:off x="-192803" y="1335121"/>
          <a:ext cx="1285353" cy="8997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Exploratory Data Analysis</a:t>
          </a:r>
        </a:p>
      </dsp:txBody>
      <dsp:txXfrm rot="-5400000">
        <a:off x="1" y="1592192"/>
        <a:ext cx="899747" cy="385606"/>
      </dsp:txXfrm>
    </dsp:sp>
    <dsp:sp modelId="{FB05AE68-4266-4D00-836F-3FCEB5BC5543}">
      <dsp:nvSpPr>
        <dsp:cNvPr id="0" name=""/>
        <dsp:cNvSpPr/>
      </dsp:nvSpPr>
      <dsp:spPr>
        <a:xfrm rot="5400000">
          <a:off x="2165430" y="-123364"/>
          <a:ext cx="835479" cy="336684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Word Clouds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Tweet Structure</a:t>
          </a:r>
        </a:p>
      </dsp:txBody>
      <dsp:txXfrm rot="-5400000">
        <a:off x="899748" y="1183103"/>
        <a:ext cx="3326060" cy="753909"/>
      </dsp:txXfrm>
    </dsp:sp>
    <dsp:sp modelId="{B2F24BDC-8D05-4B50-A275-696982C37353}">
      <dsp:nvSpPr>
        <dsp:cNvPr id="0" name=""/>
        <dsp:cNvSpPr/>
      </dsp:nvSpPr>
      <dsp:spPr>
        <a:xfrm rot="5400000">
          <a:off x="-192803" y="2474261"/>
          <a:ext cx="1285353" cy="8997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Model Preprocessing</a:t>
          </a:r>
        </a:p>
      </dsp:txBody>
      <dsp:txXfrm rot="-5400000">
        <a:off x="1" y="2731332"/>
        <a:ext cx="899747" cy="385606"/>
      </dsp:txXfrm>
    </dsp:sp>
    <dsp:sp modelId="{EF550D28-5688-43D3-856D-18F8359309D5}">
      <dsp:nvSpPr>
        <dsp:cNvPr id="0" name=""/>
        <dsp:cNvSpPr/>
      </dsp:nvSpPr>
      <dsp:spPr>
        <a:xfrm rot="5400000">
          <a:off x="2165430" y="1015775"/>
          <a:ext cx="835479" cy="336684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Bag of Words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 err="1"/>
            <a:t>SentiWordNet</a:t>
          </a:r>
          <a:r>
            <a:rPr lang="en-US" sz="1100" kern="1200" dirty="0"/>
            <a:t> </a:t>
          </a:r>
        </a:p>
      </dsp:txBody>
      <dsp:txXfrm rot="-5400000">
        <a:off x="899748" y="2322243"/>
        <a:ext cx="3326060" cy="753909"/>
      </dsp:txXfrm>
    </dsp:sp>
    <dsp:sp modelId="{360220BB-9D55-4BFD-B1B1-0E41DABF7D21}">
      <dsp:nvSpPr>
        <dsp:cNvPr id="0" name=""/>
        <dsp:cNvSpPr/>
      </dsp:nvSpPr>
      <dsp:spPr>
        <a:xfrm rot="5400000">
          <a:off x="-192803" y="3613402"/>
          <a:ext cx="1285353" cy="89974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Modeling</a:t>
          </a:r>
        </a:p>
      </dsp:txBody>
      <dsp:txXfrm rot="-5400000">
        <a:off x="1" y="3870473"/>
        <a:ext cx="899747" cy="385606"/>
      </dsp:txXfrm>
    </dsp:sp>
    <dsp:sp modelId="{910162BA-29EE-4F19-97C0-C8C58AF60F8D}">
      <dsp:nvSpPr>
        <dsp:cNvPr id="0" name=""/>
        <dsp:cNvSpPr/>
      </dsp:nvSpPr>
      <dsp:spPr>
        <a:xfrm rot="5400000">
          <a:off x="2165430" y="2154916"/>
          <a:ext cx="835479" cy="336684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Evaluation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Model Selection</a:t>
          </a:r>
        </a:p>
      </dsp:txBody>
      <dsp:txXfrm rot="-5400000">
        <a:off x="899748" y="3461384"/>
        <a:ext cx="3326060" cy="753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473A035-1F9A-4381-AC96-683CD2DF5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4ED641-0671-4D88-92E6-026A8C9F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A02EF2F-E7B1-40FC-885B-C4D89902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26" name="Picture 2" descr="As Revenue Declines, Southwest Mulls New Airline Fees">
            <a:extLst>
              <a:ext uri="{FF2B5EF4-FFF2-40B4-BE49-F238E27FC236}">
                <a16:creationId xmlns:a16="http://schemas.microsoft.com/office/drawing/2014/main" id="{E6DB8D77-CF56-4143-ACE0-36B342DEF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881"/>
          <a:stretch/>
        </p:blipFill>
        <p:spPr bwMode="auto">
          <a:xfrm>
            <a:off x="446532" y="599725"/>
            <a:ext cx="11292143" cy="355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Airline Sentiment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220" y="5475712"/>
            <a:ext cx="10887519" cy="476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 dirty="0">
                <a:solidFill>
                  <a:srgbClr val="FFFFFF">
                    <a:alpha val="75000"/>
                  </a:srgbClr>
                </a:solidFill>
              </a:rPr>
              <a:t>2021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684C-BFC9-4B84-BB1E-448760131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70FE8C-24D4-4254-9C87-99F6E4BE94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30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96D8-8DED-45A2-AC89-12D853F6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7609"/>
          </a:xfrm>
        </p:spPr>
        <p:txBody>
          <a:bodyPr/>
          <a:lstStyle/>
          <a:p>
            <a:r>
              <a:rPr lang="en-US" dirty="0"/>
              <a:t>Background: What are customers tweeting?</a:t>
            </a:r>
          </a:p>
        </p:txBody>
      </p:sp>
      <p:pic>
        <p:nvPicPr>
          <p:cNvPr id="2050" name="Picture 2" descr="Twitter Logo | Symbol, History, PNG (3840*2160)">
            <a:extLst>
              <a:ext uri="{FF2B5EF4-FFF2-40B4-BE49-F238E27FC236}">
                <a16:creationId xmlns:a16="http://schemas.microsoft.com/office/drawing/2014/main" id="{8A2D6006-92AC-46D9-B3CF-BBC5A063B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20" y="1715433"/>
            <a:ext cx="2807854" cy="157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ited Airlines logo and symbol, meaning, history, PNG">
            <a:extLst>
              <a:ext uri="{FF2B5EF4-FFF2-40B4-BE49-F238E27FC236}">
                <a16:creationId xmlns:a16="http://schemas.microsoft.com/office/drawing/2014/main" id="{FED0E335-1F58-4495-A577-209708735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7" b="21628"/>
          <a:stretch/>
        </p:blipFill>
        <p:spPr bwMode="auto">
          <a:xfrm>
            <a:off x="6374745" y="5255142"/>
            <a:ext cx="1352445" cy="38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uthwest logo and symbol, meaning, history, PNG">
            <a:extLst>
              <a:ext uri="{FF2B5EF4-FFF2-40B4-BE49-F238E27FC236}">
                <a16:creationId xmlns:a16="http://schemas.microsoft.com/office/drawing/2014/main" id="{5A544681-6B72-490B-81EA-6A868B5E7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889" y="4650103"/>
            <a:ext cx="1514210" cy="68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Virgin Atlantic Logo | evolution history and meaning">
            <a:extLst>
              <a:ext uri="{FF2B5EF4-FFF2-40B4-BE49-F238E27FC236}">
                <a16:creationId xmlns:a16="http://schemas.microsoft.com/office/drawing/2014/main" id="{F36F37BB-6999-49C3-B9A4-799A40736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026" y="4686343"/>
            <a:ext cx="1272550" cy="69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elta Air Lines Font | Delta Fonts">
            <a:extLst>
              <a:ext uri="{FF2B5EF4-FFF2-40B4-BE49-F238E27FC236}">
                <a16:creationId xmlns:a16="http://schemas.microsoft.com/office/drawing/2014/main" id="{051FFEAA-A78F-4689-B145-0F8B42378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30" b="33526"/>
          <a:stretch/>
        </p:blipFill>
        <p:spPr bwMode="auto">
          <a:xfrm>
            <a:off x="5788722" y="4859661"/>
            <a:ext cx="1249240" cy="35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ewsroom - Multimedia - Logos - American Airlines Group, Inc.">
            <a:extLst>
              <a:ext uri="{FF2B5EF4-FFF2-40B4-BE49-F238E27FC236}">
                <a16:creationId xmlns:a16="http://schemas.microsoft.com/office/drawing/2014/main" id="{D53F5792-8653-4452-8ECD-02715E7D8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74" y="4914515"/>
            <a:ext cx="1821728" cy="118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ownload US Airways Logo in SVG Vector or PNG File Format - Logo.wine">
            <a:extLst>
              <a:ext uri="{FF2B5EF4-FFF2-40B4-BE49-F238E27FC236}">
                <a16:creationId xmlns:a16="http://schemas.microsoft.com/office/drawing/2014/main" id="{E09D88B7-486A-4AE6-86FC-B6F605AAC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7" t="36874" r="10239" b="36519"/>
          <a:stretch/>
        </p:blipFill>
        <p:spPr bwMode="auto">
          <a:xfrm>
            <a:off x="6836671" y="5794426"/>
            <a:ext cx="2092645" cy="45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AC990-572C-47FA-9171-E88E0C68BB46}"/>
              </a:ext>
            </a:extLst>
          </p:cNvPr>
          <p:cNvSpPr txBox="1"/>
          <p:nvPr/>
        </p:nvSpPr>
        <p:spPr>
          <a:xfrm>
            <a:off x="5204099" y="1844804"/>
            <a:ext cx="3843580" cy="11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00A2F4"/>
                </a:solidFill>
                <a:latin typeface="+mj-lt"/>
              </a:rPr>
              <a:t>192M</a:t>
            </a:r>
            <a:r>
              <a:rPr lang="en-US" sz="2400" dirty="0">
                <a:latin typeface="+mj-lt"/>
              </a:rPr>
              <a:t> Daily Active Users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00A2F4"/>
                </a:solidFill>
                <a:latin typeface="+mj-lt"/>
              </a:rPr>
              <a:t>500M </a:t>
            </a:r>
            <a:r>
              <a:rPr lang="en-US" sz="2400" dirty="0">
                <a:latin typeface="+mj-lt"/>
              </a:rPr>
              <a:t>Tweets per Day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FE172A-D32C-4269-8E67-F6B3D80A3631}"/>
              </a:ext>
            </a:extLst>
          </p:cNvPr>
          <p:cNvSpPr txBox="1"/>
          <p:nvPr/>
        </p:nvSpPr>
        <p:spPr>
          <a:xfrm>
            <a:off x="2145957" y="5023226"/>
            <a:ext cx="3843580" cy="11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C51B21"/>
                </a:solidFill>
                <a:latin typeface="+mj-lt"/>
              </a:rPr>
              <a:t>2.5M</a:t>
            </a:r>
            <a:r>
              <a:rPr lang="en-US" sz="2400" dirty="0">
                <a:latin typeface="+mj-lt"/>
              </a:rPr>
              <a:t> Daily Passengers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C51B21"/>
                </a:solidFill>
                <a:latin typeface="+mj-lt"/>
              </a:rPr>
              <a:t>42K</a:t>
            </a:r>
            <a:r>
              <a:rPr lang="en-US" sz="2400" dirty="0">
                <a:solidFill>
                  <a:srgbClr val="00A2F4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Flights per Day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8756A312-A410-4D4F-B4AD-070F0130E82B}"/>
              </a:ext>
            </a:extLst>
          </p:cNvPr>
          <p:cNvSpPr/>
          <p:nvPr/>
        </p:nvSpPr>
        <p:spPr>
          <a:xfrm>
            <a:off x="3370881" y="3683855"/>
            <a:ext cx="1115878" cy="1363526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C6B66966-1968-4F84-9AE3-2003983373D3}"/>
              </a:ext>
            </a:extLst>
          </p:cNvPr>
          <p:cNvSpPr/>
          <p:nvPr/>
        </p:nvSpPr>
        <p:spPr>
          <a:xfrm>
            <a:off x="7066497" y="3026926"/>
            <a:ext cx="1030638" cy="161328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2AFA7-D044-4882-90E0-FEF7CFE8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6"/>
            <a:ext cx="4435060" cy="1188720"/>
          </a:xfrm>
        </p:spPr>
        <p:txBody>
          <a:bodyPr anchor="t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35F97-E283-4860-A238-1205BE7FC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87" y="1250795"/>
            <a:ext cx="4219993" cy="464293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/>
              <a:t>US Airlines do not have real-time insight into their customers’ experience and brand impression.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Risks of Not Addressing this Problem: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Negative social media left unchecked damages your reputation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Missed opportunities for service recovery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Misaligned improvements to operations without understanding the customer voice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Lack trends* of customer sentiment over time </a:t>
            </a:r>
          </a:p>
          <a:p>
            <a:pPr marL="324000" lvl="1" indent="0">
              <a:lnSpc>
                <a:spcPct val="90000"/>
              </a:lnSpc>
              <a:buNone/>
            </a:pPr>
            <a:r>
              <a:rPr lang="en-US" sz="1200" dirty="0"/>
              <a:t>*increasing, decreasing or maintaining</a:t>
            </a:r>
          </a:p>
          <a:p>
            <a:pPr lvl="1">
              <a:lnSpc>
                <a:spcPct val="90000"/>
              </a:lnSpc>
            </a:pPr>
            <a:endParaRPr lang="en-US" sz="1500" dirty="0"/>
          </a:p>
        </p:txBody>
      </p:sp>
      <p:pic>
        <p:nvPicPr>
          <p:cNvPr id="4" name="Picture 4" descr="Hurry up and wait - The Washington Post">
            <a:extLst>
              <a:ext uri="{FF2B5EF4-FFF2-40B4-BE49-F238E27FC236}">
                <a16:creationId xmlns:a16="http://schemas.microsoft.com/office/drawing/2014/main" id="{6F96406D-2945-405E-A2D1-70B2D7863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8" r="9746" b="-1"/>
          <a:stretch/>
        </p:blipFill>
        <p:spPr bwMode="auto">
          <a:xfrm>
            <a:off x="4644279" y="-9104"/>
            <a:ext cx="7547722" cy="686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443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17EC-025D-4C39-8C5D-A3FCBD2E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Airline tweets</a:t>
            </a:r>
          </a:p>
        </p:txBody>
      </p:sp>
      <p:pic>
        <p:nvPicPr>
          <p:cNvPr id="4" name="Content Placeholder 3" descr="Chart, bar chart&#10;&#10;Description automatically generated">
            <a:extLst>
              <a:ext uri="{FF2B5EF4-FFF2-40B4-BE49-F238E27FC236}">
                <a16:creationId xmlns:a16="http://schemas.microsoft.com/office/drawing/2014/main" id="{94A9AAF2-5387-4896-AF0B-111C92D3E48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138" y="1312286"/>
            <a:ext cx="7754982" cy="4233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21BCF5-95F5-47C0-B11D-B0EB63A78F39}"/>
              </a:ext>
            </a:extLst>
          </p:cNvPr>
          <p:cNvSpPr txBox="1"/>
          <p:nvPr/>
        </p:nvSpPr>
        <p:spPr>
          <a:xfrm>
            <a:off x="2682240" y="5545713"/>
            <a:ext cx="6287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14.5K Tweets scraped from Twitter in February 2015 referencing six of the major US Airlines and individually classified by sentiment.  </a:t>
            </a:r>
          </a:p>
        </p:txBody>
      </p:sp>
    </p:spTree>
    <p:extLst>
      <p:ext uri="{BB962C8B-B14F-4D97-AF65-F5344CB8AC3E}">
        <p14:creationId xmlns:p14="http://schemas.microsoft.com/office/powerpoint/2010/main" val="132080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7611FB-E00A-4985-9367-1C5F299F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sentiments</a:t>
            </a:r>
          </a:p>
        </p:txBody>
      </p:sp>
      <p:pic>
        <p:nvPicPr>
          <p:cNvPr id="7" name="Content Placeholder 6" descr="Chart, bar chart&#10;&#10;Description automatically generated">
            <a:extLst>
              <a:ext uri="{FF2B5EF4-FFF2-40B4-BE49-F238E27FC236}">
                <a16:creationId xmlns:a16="http://schemas.microsoft.com/office/drawing/2014/main" id="{AD0E05BB-134F-4D30-BCF9-82A0B5F1C6E9}"/>
              </a:ext>
            </a:extLst>
          </p:cNvPr>
          <p:cNvPicPr>
            <a:picLocks noGrp="1"/>
          </p:cNvPicPr>
          <p:nvPr>
            <p:ph sz="half" idx="4294967295"/>
          </p:nvPr>
        </p:nvPicPr>
        <p:blipFill rotWithShape="1">
          <a:blip r:embed="rId2"/>
          <a:srcRect t="-405" b="487"/>
          <a:stretch/>
        </p:blipFill>
        <p:spPr>
          <a:xfrm>
            <a:off x="455450" y="2082368"/>
            <a:ext cx="5283200" cy="3546475"/>
          </a:xfrm>
          <a:prstGeom prst="rect">
            <a:avLst/>
          </a:prstGeom>
        </p:spPr>
      </p:pic>
      <p:pic>
        <p:nvPicPr>
          <p:cNvPr id="9" name="Content Placeholder 8" descr="Chart&#10;&#10;Description automatically generated">
            <a:extLst>
              <a:ext uri="{FF2B5EF4-FFF2-40B4-BE49-F238E27FC236}">
                <a16:creationId xmlns:a16="http://schemas.microsoft.com/office/drawing/2014/main" id="{77600544-F58A-4A9E-9AA2-F6D05076DC07}"/>
              </a:ext>
            </a:extLst>
          </p:cNvPr>
          <p:cNvPicPr>
            <a:picLocks noGrp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1" r="2" b="270"/>
          <a:stretch/>
        </p:blipFill>
        <p:spPr bwMode="auto">
          <a:xfrm>
            <a:off x="6337739" y="1011921"/>
            <a:ext cx="5530616" cy="54939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937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9718-C35E-44EF-924D-22D10511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C1BBB-066B-45E6-8BCC-E279C6881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Language Processing and Sentiment Analysis </a:t>
            </a:r>
          </a:p>
        </p:txBody>
      </p:sp>
    </p:spTree>
    <p:extLst>
      <p:ext uri="{BB962C8B-B14F-4D97-AF65-F5344CB8AC3E}">
        <p14:creationId xmlns:p14="http://schemas.microsoft.com/office/powerpoint/2010/main" val="206996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B13C1-68A2-4813-9042-11972CC3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8"/>
            <a:ext cx="4266593" cy="242389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Goal: </a:t>
            </a:r>
            <a:br>
              <a:rPr lang="en-US" dirty="0"/>
            </a:br>
            <a:r>
              <a:rPr lang="en-US" sz="2000" cap="none" dirty="0">
                <a:latin typeface="+mn-lt"/>
              </a:rPr>
              <a:t>Reliably predict the sentiment for tweets concerning US Airlines. </a:t>
            </a:r>
            <a:br>
              <a:rPr lang="en-US" sz="2000" cap="none" dirty="0">
                <a:latin typeface="+mn-lt"/>
              </a:rPr>
            </a:br>
            <a:endParaRPr lang="en-US" cap="none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A2CF75-2A31-4804-9632-0A73B4A790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376935"/>
              </p:ext>
            </p:extLst>
          </p:nvPr>
        </p:nvGraphicFramePr>
        <p:xfrm>
          <a:off x="5857573" y="1417010"/>
          <a:ext cx="4266593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8C7CC9-C43F-4377-B244-CC86288082D3}"/>
              </a:ext>
            </a:extLst>
          </p:cNvPr>
          <p:cNvSpPr txBox="1"/>
          <p:nvPr/>
        </p:nvSpPr>
        <p:spPr>
          <a:xfrm>
            <a:off x="5759049" y="685150"/>
            <a:ext cx="6094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process: </a:t>
            </a:r>
          </a:p>
        </p:txBody>
      </p:sp>
      <p:pic>
        <p:nvPicPr>
          <p:cNvPr id="5124" name="Picture 4" descr="Real reason you can&amp;#39;t use your phone on planes | Sunshine Coast Daily">
            <a:extLst>
              <a:ext uri="{FF2B5EF4-FFF2-40B4-BE49-F238E27FC236}">
                <a16:creationId xmlns:a16="http://schemas.microsoft.com/office/drawing/2014/main" id="{115A56D7-9778-455B-A97D-8DAA61D5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73" y="2998827"/>
            <a:ext cx="4743628" cy="266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58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82D9-161E-4C1F-AFE7-B33D1FD3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 &amp;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1BAD-983C-4521-A232-1527D91B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Natural Language Processing (NLP) is a subgroup of Artificial Intelligence (AI) that allows machines to dissect and interpret human language</a:t>
            </a:r>
          </a:p>
          <a:p>
            <a:pPr lvl="1"/>
            <a:r>
              <a:rPr lang="en-US" dirty="0"/>
              <a:t>Used in Machine Learning to incorporate text or audio data</a:t>
            </a:r>
          </a:p>
          <a:p>
            <a:pPr lvl="1"/>
            <a:r>
              <a:rPr lang="en-US" dirty="0"/>
              <a:t>NLP includes techniques, models, feature creation and extraction, etc. </a:t>
            </a:r>
          </a:p>
          <a:p>
            <a:r>
              <a:rPr lang="en-US" dirty="0"/>
              <a:t>Sentiment Analysis is a method to understand how customers feel about a brand, product or service using social media data </a:t>
            </a:r>
          </a:p>
          <a:p>
            <a:pPr lvl="1"/>
            <a:r>
              <a:rPr lang="en-US" dirty="0"/>
              <a:t>NLP is the foundation of Sentiment Analysis, allowing for the processing of the huge volume of social media data </a:t>
            </a:r>
          </a:p>
          <a:p>
            <a:pPr lvl="1"/>
            <a:r>
              <a:rPr lang="en-US" dirty="0"/>
              <a:t>Basic Sentiment Analysis categorizes the sentiment of social media streams as positive, negative or neutral</a:t>
            </a:r>
          </a:p>
        </p:txBody>
      </p:sp>
    </p:spTree>
    <p:extLst>
      <p:ext uri="{BB962C8B-B14F-4D97-AF65-F5344CB8AC3E}">
        <p14:creationId xmlns:p14="http://schemas.microsoft.com/office/powerpoint/2010/main" val="85027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DC7A3B-276C-492B-817E-0F59052B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Word 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3F58F-CEE3-408E-93D1-D57565110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Tweet Word Cloud	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D7593B-699B-426C-A14A-A7D2C821A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Negative Tweet Word Cloud</a:t>
            </a:r>
          </a:p>
        </p:txBody>
      </p:sp>
      <p:pic>
        <p:nvPicPr>
          <p:cNvPr id="9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27B2055A-536F-446F-A066-C6F1A7003E5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25" y="2925763"/>
            <a:ext cx="4625300" cy="293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 descr="Text&#10;&#10;Description automatically generated">
            <a:extLst>
              <a:ext uri="{FF2B5EF4-FFF2-40B4-BE49-F238E27FC236}">
                <a16:creationId xmlns:a16="http://schemas.microsoft.com/office/drawing/2014/main" id="{48E44939-AB11-4800-9E56-3199FFBB3907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175" y="2925763"/>
            <a:ext cx="4625300" cy="2935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319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9718-C35E-44EF-924D-22D10511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&amp;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C1BBB-066B-45E6-8BCC-E279C6881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conclusions</a:t>
            </a:r>
          </a:p>
        </p:txBody>
      </p:sp>
    </p:spTree>
    <p:extLst>
      <p:ext uri="{BB962C8B-B14F-4D97-AF65-F5344CB8AC3E}">
        <p14:creationId xmlns:p14="http://schemas.microsoft.com/office/powerpoint/2010/main" val="150767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B6DC-0E91-4AF8-B8D5-256DFE97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model: 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B339B-8705-4DE2-92DD-CC27FB9C3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2228003"/>
            <a:ext cx="4600408" cy="3633047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b="1" dirty="0"/>
              <a:t>Modeling approach</a:t>
            </a:r>
            <a:r>
              <a:rPr lang="en-US" dirty="0"/>
              <a:t>: Bag of Words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Top Features</a:t>
            </a:r>
            <a:r>
              <a:rPr lang="en-US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Number of Words, Total Hashtags, words: experience, really, trip, said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Highest predictive power</a:t>
            </a:r>
            <a:r>
              <a:rPr lang="en-US" dirty="0"/>
              <a:t>: Negative Tweets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Lowest predictive power</a:t>
            </a:r>
            <a:r>
              <a:rPr lang="en-US" dirty="0"/>
              <a:t>: Neutral Tweets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1DC4585-12E0-440F-80B9-8C41D118B2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9"/>
          <a:stretch/>
        </p:blipFill>
        <p:spPr bwMode="auto">
          <a:xfrm>
            <a:off x="581192" y="2227263"/>
            <a:ext cx="4395030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6DF4F4-1F4C-4AFC-AFB0-061FF76BF5EE}"/>
              </a:ext>
            </a:extLst>
          </p:cNvPr>
          <p:cNvSpPr txBox="1"/>
          <p:nvPr/>
        </p:nvSpPr>
        <p:spPr>
          <a:xfrm>
            <a:off x="5181601" y="2546893"/>
            <a:ext cx="153292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</a:rPr>
              <a:t>76%</a:t>
            </a:r>
            <a:endParaRPr lang="en-US" sz="4400" dirty="0">
              <a:solidFill>
                <a:schemeClr val="accent1"/>
              </a:solidFill>
            </a:endParaRPr>
          </a:p>
          <a:p>
            <a:pPr algn="ctr"/>
            <a:r>
              <a:rPr lang="en-US" dirty="0"/>
              <a:t>F1 – Score</a:t>
            </a:r>
          </a:p>
          <a:p>
            <a:endParaRPr lang="en-US" sz="4000" b="1" dirty="0"/>
          </a:p>
          <a:p>
            <a:pPr algn="ctr"/>
            <a:r>
              <a:rPr lang="en-US" sz="4000" b="1" dirty="0">
                <a:solidFill>
                  <a:schemeClr val="accent1"/>
                </a:solidFill>
              </a:rPr>
              <a:t>30%</a:t>
            </a:r>
          </a:p>
          <a:p>
            <a:pPr algn="ctr"/>
            <a:r>
              <a:rPr lang="en-US" dirty="0"/>
              <a:t>Increase over </a:t>
            </a:r>
          </a:p>
          <a:p>
            <a:pPr algn="ctr"/>
            <a:r>
              <a:rPr lang="en-US" dirty="0"/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418250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59E2DB-922B-4A68-A22C-BD2FE9A1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Next Steps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7B285-0680-442A-80AA-89A6F31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Create Customer Experience Dashboard 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Implement real-time version of sentiment analysis model with data visualization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Include key words, tweet volume and trends over time </a:t>
            </a:r>
          </a:p>
          <a:p>
            <a:r>
              <a:rPr lang="en-US">
                <a:solidFill>
                  <a:schemeClr val="tx2"/>
                </a:solidFill>
              </a:rPr>
              <a:t>Model Enhancements 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TF-IDF (Term Frequency- Inverse Document Frequency) to improve word importance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N-grams – include sequential context to model to improve predictive power 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Vader – rule-based analysis tool and dictionary for social media text </a:t>
            </a:r>
          </a:p>
        </p:txBody>
      </p:sp>
      <p:pic>
        <p:nvPicPr>
          <p:cNvPr id="7172" name="Picture 4" descr="What future do airlines have? Three experts discuss">
            <a:extLst>
              <a:ext uri="{FF2B5EF4-FFF2-40B4-BE49-F238E27FC236}">
                <a16:creationId xmlns:a16="http://schemas.microsoft.com/office/drawing/2014/main" id="{B5186F25-4A2D-4108-9A0D-B0A07F614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1" r="31766"/>
          <a:stretch/>
        </p:blipFill>
        <p:spPr bwMode="auto">
          <a:xfrm>
            <a:off x="7521283" y="10"/>
            <a:ext cx="467071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7805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{CD22772C-6346-4DB8-A698-FAD98CEAE5C5}tf33552983_win32</Template>
  <TotalTime>5206</TotalTime>
  <Words>414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Franklin Gothic Book</vt:lpstr>
      <vt:lpstr>Franklin Gothic Demi</vt:lpstr>
      <vt:lpstr>Wingdings 2</vt:lpstr>
      <vt:lpstr>DividendVTI</vt:lpstr>
      <vt:lpstr>Airline Sentiment Analysis</vt:lpstr>
      <vt:lpstr>Overview</vt:lpstr>
      <vt:lpstr>Background: What are customers tweeting?</vt:lpstr>
      <vt:lpstr>Problem Statement</vt:lpstr>
      <vt:lpstr>Airline tweets</vt:lpstr>
      <vt:lpstr>Negative sentiments</vt:lpstr>
      <vt:lpstr>Methodology</vt:lpstr>
      <vt:lpstr>Goal:  Reliably predict the sentiment for tweets concerning US Airlines.  </vt:lpstr>
      <vt:lpstr>Natural language Processing &amp; sentiment analysis</vt:lpstr>
      <vt:lpstr>Sentiment Word Comparison</vt:lpstr>
      <vt:lpstr>Solution &amp; Next steps</vt:lpstr>
      <vt:lpstr>Best model: random forest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Sentiment Analysis</dc:title>
  <dc:creator>Maureen Walz</dc:creator>
  <cp:lastModifiedBy>Maureen Walz</cp:lastModifiedBy>
  <cp:revision>22</cp:revision>
  <dcterms:created xsi:type="dcterms:W3CDTF">2021-06-24T04:00:02Z</dcterms:created>
  <dcterms:modified xsi:type="dcterms:W3CDTF">2021-06-27T18:46:56Z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